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1" roundtripDataSignature="AMtx7mh+4PoxVhrw/Yw18bGc2RHY/n2D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762E0D-99D5-431A-8989-8A470E0781A8}">
  <a:tblStyle styleId="{13762E0D-99D5-431A-8989-8A470E0781A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1" name="Google Shape;9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1" name="Google Shape;10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3" name="Google Shape;107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8" name="Google Shape;110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4" name="Google Shape;111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1" name="Google Shape;113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33"/>
          <p:cNvGrpSpPr/>
          <p:nvPr/>
        </p:nvGrpSpPr>
        <p:grpSpPr>
          <a:xfrm>
            <a:off x="0" y="420256"/>
            <a:ext cx="12188952" cy="3795497"/>
            <a:chOff x="0" y="420256"/>
            <a:chExt cx="12188952" cy="3795497"/>
          </a:xfrm>
        </p:grpSpPr>
        <p:cxnSp>
          <p:nvCxnSpPr>
            <p:cNvPr id="18" name="Google Shape;18;p33"/>
            <p:cNvCxnSpPr/>
            <p:nvPr/>
          </p:nvCxnSpPr>
          <p:spPr>
            <a:xfrm>
              <a:off x="0" y="4215753"/>
              <a:ext cx="12188952" cy="0"/>
            </a:xfrm>
            <a:prstGeom prst="straightConnector1">
              <a:avLst/>
            </a:prstGeom>
            <a:noFill/>
            <a:ln cap="flat" cmpd="sng" w="13950">
              <a:solidFill>
                <a:srgbClr val="CBAE22"/>
              </a:solidFill>
              <a:prstDash val="solid"/>
              <a:round/>
              <a:headEnd len="sm" w="sm" type="none"/>
              <a:tailEnd len="sm" w="sm" type="none"/>
            </a:ln>
          </p:spPr>
        </p:cxnSp>
        <p:cxnSp>
          <p:nvCxnSpPr>
            <p:cNvPr id="19" name="Google Shape;19;p33"/>
            <p:cNvCxnSpPr/>
            <p:nvPr/>
          </p:nvCxnSpPr>
          <p:spPr>
            <a:xfrm>
              <a:off x="0" y="3794032"/>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0" name="Google Shape;20;p33"/>
            <p:cNvCxnSpPr/>
            <p:nvPr/>
          </p:nvCxnSpPr>
          <p:spPr>
            <a:xfrm>
              <a:off x="0" y="3372310"/>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1" name="Google Shape;21;p33"/>
            <p:cNvCxnSpPr/>
            <p:nvPr/>
          </p:nvCxnSpPr>
          <p:spPr>
            <a:xfrm>
              <a:off x="0" y="2950588"/>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2" name="Google Shape;22;p33"/>
            <p:cNvCxnSpPr/>
            <p:nvPr/>
          </p:nvCxnSpPr>
          <p:spPr>
            <a:xfrm>
              <a:off x="0" y="2528866"/>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3" name="Google Shape;23;p33"/>
            <p:cNvCxnSpPr/>
            <p:nvPr/>
          </p:nvCxnSpPr>
          <p:spPr>
            <a:xfrm>
              <a:off x="0" y="2107144"/>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4" name="Google Shape;24;p33"/>
            <p:cNvCxnSpPr/>
            <p:nvPr/>
          </p:nvCxnSpPr>
          <p:spPr>
            <a:xfrm>
              <a:off x="0" y="1685422"/>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5" name="Google Shape;25;p33"/>
            <p:cNvCxnSpPr/>
            <p:nvPr/>
          </p:nvCxnSpPr>
          <p:spPr>
            <a:xfrm>
              <a:off x="0" y="1263700"/>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6" name="Google Shape;26;p33"/>
            <p:cNvCxnSpPr/>
            <p:nvPr/>
          </p:nvCxnSpPr>
          <p:spPr>
            <a:xfrm>
              <a:off x="0" y="841978"/>
              <a:ext cx="12188952" cy="0"/>
            </a:xfrm>
            <a:prstGeom prst="straightConnector1">
              <a:avLst/>
            </a:prstGeom>
            <a:noFill/>
            <a:ln cap="flat" cmpd="sng" w="13950">
              <a:solidFill>
                <a:srgbClr val="CBAE22"/>
              </a:solidFill>
              <a:prstDash val="solid"/>
              <a:round/>
              <a:headEnd len="sm" w="sm" type="none"/>
              <a:tailEnd len="sm" w="sm" type="none"/>
            </a:ln>
          </p:spPr>
        </p:cxnSp>
        <p:cxnSp>
          <p:nvCxnSpPr>
            <p:cNvPr id="27" name="Google Shape;27;p33"/>
            <p:cNvCxnSpPr/>
            <p:nvPr/>
          </p:nvCxnSpPr>
          <p:spPr>
            <a:xfrm>
              <a:off x="0" y="420256"/>
              <a:ext cx="12188952" cy="0"/>
            </a:xfrm>
            <a:prstGeom prst="straightConnector1">
              <a:avLst/>
            </a:prstGeom>
            <a:noFill/>
            <a:ln cap="flat" cmpd="sng" w="13950">
              <a:solidFill>
                <a:srgbClr val="CBAE22"/>
              </a:solidFill>
              <a:prstDash val="solid"/>
              <a:round/>
              <a:headEnd len="sm" w="sm" type="none"/>
              <a:tailEnd len="sm" w="sm" type="none"/>
            </a:ln>
          </p:spPr>
        </p:cxnSp>
      </p:grpSp>
      <p:sp>
        <p:nvSpPr>
          <p:cNvPr id="28" name="Google Shape;28;p33"/>
          <p:cNvSpPr/>
          <p:nvPr/>
        </p:nvSpPr>
        <p:spPr>
          <a:xfrm flipH="1" rot="8100000">
            <a:off x="9445819" y="-965459"/>
            <a:ext cx="13717" cy="6493220"/>
          </a:xfrm>
          <a:custGeom>
            <a:rect b="b" l="l" r="r" t="t"/>
            <a:pathLst>
              <a:path extrusionOk="0" h="6493220" w="13717">
                <a:moveTo>
                  <a:pt x="1" y="6493220"/>
                </a:moveTo>
                <a:lnTo>
                  <a:pt x="13717" y="6479504"/>
                </a:lnTo>
                <a:lnTo>
                  <a:pt x="13716" y="0"/>
                </a:lnTo>
                <a:lnTo>
                  <a:pt x="0" y="13716"/>
                </a:lnTo>
                <a:close/>
              </a:path>
            </a:pathLst>
          </a:custGeom>
          <a:solidFill>
            <a:srgbClr val="CBAE22"/>
          </a:solidFill>
          <a:ln>
            <a:noFill/>
          </a:ln>
        </p:spPr>
      </p:sp>
      <p:sp>
        <p:nvSpPr>
          <p:cNvPr id="29" name="Google Shape;29;p33"/>
          <p:cNvSpPr/>
          <p:nvPr/>
        </p:nvSpPr>
        <p:spPr>
          <a:xfrm>
            <a:off x="0" y="0"/>
            <a:ext cx="11816540" cy="4572004"/>
          </a:xfrm>
          <a:custGeom>
            <a:rect b="b" l="l" r="r" t="t"/>
            <a:pathLst>
              <a:path extrusionOk="0" h="4572004" w="11816540">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rgbClr val="CBAE22"/>
          </a:solidFill>
          <a:ln>
            <a:noFill/>
          </a:ln>
        </p:spPr>
      </p:sp>
      <p:sp>
        <p:nvSpPr>
          <p:cNvPr id="30" name="Google Shape;30;p33"/>
          <p:cNvSpPr/>
          <p:nvPr/>
        </p:nvSpPr>
        <p:spPr>
          <a:xfrm rot="2700000">
            <a:off x="2311242" y="-967047"/>
            <a:ext cx="13716" cy="6570294"/>
          </a:xfrm>
          <a:custGeom>
            <a:rect b="b" l="l" r="r" t="t"/>
            <a:pathLst>
              <a:path extrusionOk="0" h="6570294" w="13716">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rgbClr val="CBAE22"/>
          </a:solidFill>
          <a:ln>
            <a:noFill/>
          </a:ln>
        </p:spPr>
      </p:sp>
      <p:sp>
        <p:nvSpPr>
          <p:cNvPr id="31" name="Google Shape;31;p33"/>
          <p:cNvSpPr/>
          <p:nvPr/>
        </p:nvSpPr>
        <p:spPr>
          <a:xfrm rot="2700000">
            <a:off x="3186527" y="-953751"/>
            <a:ext cx="13716" cy="6479503"/>
          </a:xfrm>
          <a:custGeom>
            <a:rect b="b" l="l" r="r" t="t"/>
            <a:pathLst>
              <a:path extrusionOk="0" h="6479503" w="13716">
                <a:moveTo>
                  <a:pt x="0" y="13716"/>
                </a:moveTo>
                <a:lnTo>
                  <a:pt x="13716" y="0"/>
                </a:lnTo>
                <a:lnTo>
                  <a:pt x="13716" y="6465786"/>
                </a:lnTo>
                <a:lnTo>
                  <a:pt x="0" y="6479503"/>
                </a:lnTo>
                <a:close/>
              </a:path>
            </a:pathLst>
          </a:custGeom>
          <a:solidFill>
            <a:srgbClr val="CBAE22"/>
          </a:solidFill>
          <a:ln>
            <a:noFill/>
          </a:ln>
        </p:spPr>
      </p:sp>
      <p:sp>
        <p:nvSpPr>
          <p:cNvPr id="32" name="Google Shape;32;p33"/>
          <p:cNvSpPr/>
          <p:nvPr/>
        </p:nvSpPr>
        <p:spPr>
          <a:xfrm rot="2700000">
            <a:off x="4029713" y="-953750"/>
            <a:ext cx="13716" cy="6479503"/>
          </a:xfrm>
          <a:custGeom>
            <a:rect b="b" l="l" r="r" t="t"/>
            <a:pathLst>
              <a:path extrusionOk="0" h="6479503" w="13716">
                <a:moveTo>
                  <a:pt x="0" y="13716"/>
                </a:moveTo>
                <a:lnTo>
                  <a:pt x="13716" y="0"/>
                </a:lnTo>
                <a:lnTo>
                  <a:pt x="13716" y="6465787"/>
                </a:lnTo>
                <a:lnTo>
                  <a:pt x="0" y="6479503"/>
                </a:lnTo>
                <a:close/>
              </a:path>
            </a:pathLst>
          </a:custGeom>
          <a:solidFill>
            <a:srgbClr val="CBAE22"/>
          </a:solidFill>
          <a:ln>
            <a:noFill/>
          </a:ln>
        </p:spPr>
      </p:sp>
      <p:sp>
        <p:nvSpPr>
          <p:cNvPr id="33" name="Google Shape;33;p33"/>
          <p:cNvSpPr/>
          <p:nvPr/>
        </p:nvSpPr>
        <p:spPr>
          <a:xfrm rot="2700000">
            <a:off x="4872899" y="-953750"/>
            <a:ext cx="13716" cy="6479503"/>
          </a:xfrm>
          <a:custGeom>
            <a:rect b="b" l="l" r="r" t="t"/>
            <a:pathLst>
              <a:path extrusionOk="0" h="6479503" w="13716">
                <a:moveTo>
                  <a:pt x="0" y="13716"/>
                </a:moveTo>
                <a:lnTo>
                  <a:pt x="13716" y="0"/>
                </a:lnTo>
                <a:lnTo>
                  <a:pt x="13716" y="6465786"/>
                </a:lnTo>
                <a:lnTo>
                  <a:pt x="0" y="6479503"/>
                </a:lnTo>
                <a:close/>
              </a:path>
            </a:pathLst>
          </a:custGeom>
          <a:solidFill>
            <a:srgbClr val="CBAE22"/>
          </a:solidFill>
          <a:ln>
            <a:noFill/>
          </a:ln>
        </p:spPr>
      </p:sp>
      <p:sp>
        <p:nvSpPr>
          <p:cNvPr id="34" name="Google Shape;34;p33"/>
          <p:cNvSpPr/>
          <p:nvPr/>
        </p:nvSpPr>
        <p:spPr>
          <a:xfrm rot="2700000">
            <a:off x="5716086" y="-953749"/>
            <a:ext cx="13716" cy="6479501"/>
          </a:xfrm>
          <a:custGeom>
            <a:rect b="b" l="l" r="r" t="t"/>
            <a:pathLst>
              <a:path extrusionOk="0" h="6479501" w="13716">
                <a:moveTo>
                  <a:pt x="0" y="13716"/>
                </a:moveTo>
                <a:lnTo>
                  <a:pt x="13716" y="0"/>
                </a:lnTo>
                <a:lnTo>
                  <a:pt x="13716" y="6465785"/>
                </a:lnTo>
                <a:lnTo>
                  <a:pt x="0" y="6479501"/>
                </a:lnTo>
                <a:close/>
              </a:path>
            </a:pathLst>
          </a:custGeom>
          <a:solidFill>
            <a:srgbClr val="CBAE22"/>
          </a:solidFill>
          <a:ln>
            <a:noFill/>
          </a:ln>
        </p:spPr>
      </p:sp>
      <p:sp>
        <p:nvSpPr>
          <p:cNvPr id="35" name="Google Shape;35;p33"/>
          <p:cNvSpPr/>
          <p:nvPr/>
        </p:nvSpPr>
        <p:spPr>
          <a:xfrm rot="2700000">
            <a:off x="6559272" y="-953750"/>
            <a:ext cx="13716" cy="6479502"/>
          </a:xfrm>
          <a:custGeom>
            <a:rect b="b" l="l" r="r" t="t"/>
            <a:pathLst>
              <a:path extrusionOk="0" h="6479502" w="13716">
                <a:moveTo>
                  <a:pt x="0" y="13716"/>
                </a:moveTo>
                <a:lnTo>
                  <a:pt x="13716" y="0"/>
                </a:lnTo>
                <a:lnTo>
                  <a:pt x="13715" y="6465787"/>
                </a:lnTo>
                <a:lnTo>
                  <a:pt x="0" y="6479502"/>
                </a:lnTo>
                <a:close/>
              </a:path>
            </a:pathLst>
          </a:custGeom>
          <a:solidFill>
            <a:srgbClr val="CBAE22"/>
          </a:solidFill>
          <a:ln>
            <a:noFill/>
          </a:ln>
        </p:spPr>
      </p:sp>
      <p:sp>
        <p:nvSpPr>
          <p:cNvPr id="36" name="Google Shape;36;p33"/>
          <p:cNvSpPr/>
          <p:nvPr/>
        </p:nvSpPr>
        <p:spPr>
          <a:xfrm rot="2700000">
            <a:off x="7402457" y="-944051"/>
            <a:ext cx="13717" cy="6479502"/>
          </a:xfrm>
          <a:custGeom>
            <a:rect b="b" l="l" r="r" t="t"/>
            <a:pathLst>
              <a:path extrusionOk="0" h="6479502" w="13717">
                <a:moveTo>
                  <a:pt x="0" y="13716"/>
                </a:moveTo>
                <a:lnTo>
                  <a:pt x="13717" y="0"/>
                </a:lnTo>
                <a:lnTo>
                  <a:pt x="13716" y="6465787"/>
                </a:lnTo>
                <a:lnTo>
                  <a:pt x="1" y="6479502"/>
                </a:lnTo>
                <a:close/>
              </a:path>
            </a:pathLst>
          </a:custGeom>
          <a:solidFill>
            <a:srgbClr val="CBAE22"/>
          </a:solidFill>
          <a:ln>
            <a:noFill/>
          </a:ln>
        </p:spPr>
      </p:sp>
      <p:sp>
        <p:nvSpPr>
          <p:cNvPr id="37" name="Google Shape;37;p33"/>
          <p:cNvSpPr/>
          <p:nvPr/>
        </p:nvSpPr>
        <p:spPr>
          <a:xfrm rot="2700000">
            <a:off x="8245644" y="-953750"/>
            <a:ext cx="13716" cy="6479502"/>
          </a:xfrm>
          <a:custGeom>
            <a:rect b="b" l="l" r="r" t="t"/>
            <a:pathLst>
              <a:path extrusionOk="0" h="6479502" w="13716">
                <a:moveTo>
                  <a:pt x="0" y="13716"/>
                </a:moveTo>
                <a:lnTo>
                  <a:pt x="13716" y="0"/>
                </a:lnTo>
                <a:lnTo>
                  <a:pt x="13715" y="6465787"/>
                </a:lnTo>
                <a:lnTo>
                  <a:pt x="0" y="6479502"/>
                </a:lnTo>
                <a:close/>
              </a:path>
            </a:pathLst>
          </a:custGeom>
          <a:solidFill>
            <a:srgbClr val="CBAE22"/>
          </a:solidFill>
          <a:ln>
            <a:noFill/>
          </a:ln>
        </p:spPr>
      </p:sp>
      <p:sp>
        <p:nvSpPr>
          <p:cNvPr id="38" name="Google Shape;38;p33"/>
          <p:cNvSpPr/>
          <p:nvPr/>
        </p:nvSpPr>
        <p:spPr>
          <a:xfrm rot="2700000">
            <a:off x="9088831" y="-953750"/>
            <a:ext cx="13717" cy="6479503"/>
          </a:xfrm>
          <a:custGeom>
            <a:rect b="b" l="l" r="r" t="t"/>
            <a:pathLst>
              <a:path extrusionOk="0" h="6479503" w="13717">
                <a:moveTo>
                  <a:pt x="13717" y="0"/>
                </a:moveTo>
                <a:lnTo>
                  <a:pt x="13716" y="6465787"/>
                </a:lnTo>
                <a:lnTo>
                  <a:pt x="0" y="6479503"/>
                </a:lnTo>
                <a:lnTo>
                  <a:pt x="1" y="13717"/>
                </a:lnTo>
                <a:close/>
              </a:path>
            </a:pathLst>
          </a:custGeom>
          <a:solidFill>
            <a:srgbClr val="CBAE22"/>
          </a:solidFill>
          <a:ln>
            <a:noFill/>
          </a:ln>
        </p:spPr>
      </p:sp>
      <p:sp>
        <p:nvSpPr>
          <p:cNvPr id="39" name="Google Shape;39;p33"/>
          <p:cNvSpPr/>
          <p:nvPr/>
        </p:nvSpPr>
        <p:spPr>
          <a:xfrm rot="2700000">
            <a:off x="9912896" y="-907596"/>
            <a:ext cx="13716" cy="6425429"/>
          </a:xfrm>
          <a:custGeom>
            <a:rect b="b" l="l" r="r" t="t"/>
            <a:pathLst>
              <a:path extrusionOk="0" h="6425429" w="13716">
                <a:moveTo>
                  <a:pt x="0" y="0"/>
                </a:moveTo>
                <a:lnTo>
                  <a:pt x="13716" y="13717"/>
                </a:lnTo>
                <a:lnTo>
                  <a:pt x="13716" y="6411713"/>
                </a:lnTo>
                <a:lnTo>
                  <a:pt x="0" y="6425429"/>
                </a:lnTo>
                <a:close/>
              </a:path>
            </a:pathLst>
          </a:custGeom>
          <a:solidFill>
            <a:srgbClr val="CBAE22"/>
          </a:solidFill>
          <a:ln>
            <a:noFill/>
          </a:ln>
        </p:spPr>
      </p:sp>
      <p:sp>
        <p:nvSpPr>
          <p:cNvPr id="40" name="Google Shape;40;p33"/>
          <p:cNvSpPr/>
          <p:nvPr/>
        </p:nvSpPr>
        <p:spPr>
          <a:xfrm rot="2700000">
            <a:off x="10334491" y="110221"/>
            <a:ext cx="13717" cy="5232981"/>
          </a:xfrm>
          <a:custGeom>
            <a:rect b="b" l="l" r="r" t="t"/>
            <a:pathLst>
              <a:path extrusionOk="0" h="5232981" w="13717">
                <a:moveTo>
                  <a:pt x="0" y="0"/>
                </a:moveTo>
                <a:lnTo>
                  <a:pt x="13717" y="13716"/>
                </a:lnTo>
                <a:lnTo>
                  <a:pt x="13717" y="5219264"/>
                </a:lnTo>
                <a:lnTo>
                  <a:pt x="1" y="5232981"/>
                </a:lnTo>
                <a:close/>
              </a:path>
            </a:pathLst>
          </a:custGeom>
          <a:solidFill>
            <a:srgbClr val="CBAE22"/>
          </a:solidFill>
          <a:ln>
            <a:noFill/>
          </a:ln>
        </p:spPr>
      </p:sp>
      <p:sp>
        <p:nvSpPr>
          <p:cNvPr id="41" name="Google Shape;41;p33"/>
          <p:cNvSpPr/>
          <p:nvPr/>
        </p:nvSpPr>
        <p:spPr>
          <a:xfrm rot="2700000">
            <a:off x="10756084" y="1128037"/>
            <a:ext cx="13716" cy="4040537"/>
          </a:xfrm>
          <a:custGeom>
            <a:rect b="b" l="l" r="r" t="t"/>
            <a:pathLst>
              <a:path extrusionOk="0" h="4040537" w="13716">
                <a:moveTo>
                  <a:pt x="0" y="0"/>
                </a:moveTo>
                <a:lnTo>
                  <a:pt x="13716" y="13716"/>
                </a:lnTo>
                <a:lnTo>
                  <a:pt x="13715" y="4026822"/>
                </a:lnTo>
                <a:lnTo>
                  <a:pt x="1" y="4040537"/>
                </a:lnTo>
                <a:close/>
              </a:path>
            </a:pathLst>
          </a:custGeom>
          <a:solidFill>
            <a:srgbClr val="CBAE22"/>
          </a:solidFill>
          <a:ln>
            <a:noFill/>
          </a:ln>
        </p:spPr>
      </p:sp>
      <p:sp>
        <p:nvSpPr>
          <p:cNvPr id="42" name="Google Shape;42;p33"/>
          <p:cNvSpPr/>
          <p:nvPr/>
        </p:nvSpPr>
        <p:spPr>
          <a:xfrm rot="2700000">
            <a:off x="11177678" y="2145853"/>
            <a:ext cx="13716" cy="2848091"/>
          </a:xfrm>
          <a:custGeom>
            <a:rect b="b" l="l" r="r" t="t"/>
            <a:pathLst>
              <a:path extrusionOk="0" h="2848091" w="13716">
                <a:moveTo>
                  <a:pt x="0" y="0"/>
                </a:moveTo>
                <a:lnTo>
                  <a:pt x="13716" y="13716"/>
                </a:lnTo>
                <a:lnTo>
                  <a:pt x="13715" y="2834375"/>
                </a:lnTo>
                <a:lnTo>
                  <a:pt x="0" y="2848091"/>
                </a:lnTo>
                <a:close/>
              </a:path>
            </a:pathLst>
          </a:custGeom>
          <a:solidFill>
            <a:srgbClr val="CBAE22"/>
          </a:solidFill>
          <a:ln>
            <a:noFill/>
          </a:ln>
        </p:spPr>
      </p:sp>
      <p:sp>
        <p:nvSpPr>
          <p:cNvPr id="43" name="Google Shape;43;p33"/>
          <p:cNvSpPr/>
          <p:nvPr/>
        </p:nvSpPr>
        <p:spPr>
          <a:xfrm rot="2700000">
            <a:off x="11599272" y="3163669"/>
            <a:ext cx="13715" cy="1655644"/>
          </a:xfrm>
          <a:custGeom>
            <a:rect b="b" l="l" r="r" t="t"/>
            <a:pathLst>
              <a:path extrusionOk="0" h="1655644" w="13715">
                <a:moveTo>
                  <a:pt x="0" y="0"/>
                </a:moveTo>
                <a:lnTo>
                  <a:pt x="13715" y="13716"/>
                </a:lnTo>
                <a:lnTo>
                  <a:pt x="13715" y="1641929"/>
                </a:lnTo>
                <a:lnTo>
                  <a:pt x="0" y="1655644"/>
                </a:lnTo>
                <a:close/>
              </a:path>
            </a:pathLst>
          </a:custGeom>
          <a:solidFill>
            <a:srgbClr val="CBAE22"/>
          </a:solidFill>
          <a:ln>
            <a:noFill/>
          </a:ln>
        </p:spPr>
      </p:sp>
      <p:sp>
        <p:nvSpPr>
          <p:cNvPr id="44" name="Google Shape;44;p33"/>
          <p:cNvSpPr/>
          <p:nvPr/>
        </p:nvSpPr>
        <p:spPr>
          <a:xfrm rot="2700000">
            <a:off x="12020868" y="4181493"/>
            <a:ext cx="13715" cy="463189"/>
          </a:xfrm>
          <a:custGeom>
            <a:rect b="b" l="l" r="r" t="t"/>
            <a:pathLst>
              <a:path extrusionOk="0" h="463189" w="13715">
                <a:moveTo>
                  <a:pt x="1" y="0"/>
                </a:moveTo>
                <a:lnTo>
                  <a:pt x="13715" y="13716"/>
                </a:lnTo>
                <a:lnTo>
                  <a:pt x="13715" y="449474"/>
                </a:lnTo>
                <a:lnTo>
                  <a:pt x="0" y="463189"/>
                </a:lnTo>
                <a:close/>
              </a:path>
            </a:pathLst>
          </a:custGeom>
          <a:solidFill>
            <a:srgbClr val="CBAE22"/>
          </a:solidFill>
          <a:ln>
            <a:noFill/>
          </a:ln>
        </p:spPr>
      </p:sp>
      <p:sp>
        <p:nvSpPr>
          <p:cNvPr id="45" name="Google Shape;45;p33"/>
          <p:cNvSpPr/>
          <p:nvPr/>
        </p:nvSpPr>
        <p:spPr>
          <a:xfrm rot="2700000">
            <a:off x="203277" y="-93899"/>
            <a:ext cx="13716" cy="608068"/>
          </a:xfrm>
          <a:custGeom>
            <a:rect b="b" l="l" r="r" t="t"/>
            <a:pathLst>
              <a:path extrusionOk="0" h="608068" w="13716">
                <a:moveTo>
                  <a:pt x="0" y="13716"/>
                </a:moveTo>
                <a:lnTo>
                  <a:pt x="13716" y="0"/>
                </a:lnTo>
                <a:lnTo>
                  <a:pt x="13716" y="608068"/>
                </a:lnTo>
                <a:lnTo>
                  <a:pt x="0" y="594352"/>
                </a:lnTo>
                <a:close/>
              </a:path>
            </a:pathLst>
          </a:custGeom>
          <a:solidFill>
            <a:srgbClr val="CBAE22"/>
          </a:solidFill>
          <a:ln>
            <a:noFill/>
          </a:ln>
        </p:spPr>
      </p:sp>
      <p:sp>
        <p:nvSpPr>
          <p:cNvPr id="46" name="Google Shape;46;p33"/>
          <p:cNvSpPr/>
          <p:nvPr/>
        </p:nvSpPr>
        <p:spPr>
          <a:xfrm rot="2700000">
            <a:off x="624870" y="-268529"/>
            <a:ext cx="13716" cy="1800514"/>
          </a:xfrm>
          <a:custGeom>
            <a:rect b="b" l="l" r="r" t="t"/>
            <a:pathLst>
              <a:path extrusionOk="0" h="1800514" w="13716">
                <a:moveTo>
                  <a:pt x="0" y="13716"/>
                </a:moveTo>
                <a:lnTo>
                  <a:pt x="13716" y="0"/>
                </a:lnTo>
                <a:lnTo>
                  <a:pt x="13716" y="1800514"/>
                </a:lnTo>
                <a:lnTo>
                  <a:pt x="0" y="1786798"/>
                </a:lnTo>
                <a:close/>
              </a:path>
            </a:pathLst>
          </a:custGeom>
          <a:solidFill>
            <a:srgbClr val="CBAE22"/>
          </a:solidFill>
          <a:ln>
            <a:noFill/>
          </a:ln>
        </p:spPr>
      </p:sp>
      <p:sp>
        <p:nvSpPr>
          <p:cNvPr id="47" name="Google Shape;47;p33"/>
          <p:cNvSpPr/>
          <p:nvPr/>
        </p:nvSpPr>
        <p:spPr>
          <a:xfrm rot="2700000">
            <a:off x="1046463" y="-443158"/>
            <a:ext cx="13716" cy="2992958"/>
          </a:xfrm>
          <a:custGeom>
            <a:rect b="b" l="l" r="r" t="t"/>
            <a:pathLst>
              <a:path extrusionOk="0" h="2992958" w="13716">
                <a:moveTo>
                  <a:pt x="0" y="13716"/>
                </a:moveTo>
                <a:lnTo>
                  <a:pt x="13716" y="0"/>
                </a:lnTo>
                <a:lnTo>
                  <a:pt x="13716" y="2992958"/>
                </a:lnTo>
                <a:lnTo>
                  <a:pt x="0" y="2979242"/>
                </a:lnTo>
                <a:close/>
              </a:path>
            </a:pathLst>
          </a:custGeom>
          <a:solidFill>
            <a:srgbClr val="CBAE22"/>
          </a:solidFill>
          <a:ln>
            <a:noFill/>
          </a:ln>
        </p:spPr>
      </p:sp>
      <p:sp>
        <p:nvSpPr>
          <p:cNvPr id="48" name="Google Shape;48;p33"/>
          <p:cNvSpPr/>
          <p:nvPr/>
        </p:nvSpPr>
        <p:spPr>
          <a:xfrm rot="2700000">
            <a:off x="1468056" y="-617788"/>
            <a:ext cx="13716" cy="4185404"/>
          </a:xfrm>
          <a:custGeom>
            <a:rect b="b" l="l" r="r" t="t"/>
            <a:pathLst>
              <a:path extrusionOk="0" h="4185404" w="13716">
                <a:moveTo>
                  <a:pt x="0" y="13716"/>
                </a:moveTo>
                <a:lnTo>
                  <a:pt x="13716" y="0"/>
                </a:lnTo>
                <a:lnTo>
                  <a:pt x="13716" y="4185404"/>
                </a:lnTo>
                <a:lnTo>
                  <a:pt x="0" y="4171688"/>
                </a:lnTo>
                <a:close/>
              </a:path>
            </a:pathLst>
          </a:custGeom>
          <a:solidFill>
            <a:srgbClr val="CBAE22"/>
          </a:solidFill>
          <a:ln>
            <a:noFill/>
          </a:ln>
        </p:spPr>
      </p:sp>
      <p:sp>
        <p:nvSpPr>
          <p:cNvPr id="49" name="Google Shape;49;p33"/>
          <p:cNvSpPr/>
          <p:nvPr/>
        </p:nvSpPr>
        <p:spPr>
          <a:xfrm rot="2700000">
            <a:off x="1889649" y="-792416"/>
            <a:ext cx="13716" cy="5377849"/>
          </a:xfrm>
          <a:custGeom>
            <a:rect b="b" l="l" r="r" t="t"/>
            <a:pathLst>
              <a:path extrusionOk="0" h="5377849" w="13716">
                <a:moveTo>
                  <a:pt x="0" y="13716"/>
                </a:moveTo>
                <a:lnTo>
                  <a:pt x="13716" y="0"/>
                </a:lnTo>
                <a:lnTo>
                  <a:pt x="13716" y="5377849"/>
                </a:lnTo>
                <a:lnTo>
                  <a:pt x="0" y="5364133"/>
                </a:lnTo>
                <a:close/>
              </a:path>
            </a:pathLst>
          </a:custGeom>
          <a:solidFill>
            <a:srgbClr val="CBAE22"/>
          </a:solidFill>
          <a:ln>
            <a:noFill/>
          </a:ln>
        </p:spPr>
      </p:sp>
      <p:sp>
        <p:nvSpPr>
          <p:cNvPr id="50" name="Google Shape;50;p33"/>
          <p:cNvSpPr/>
          <p:nvPr/>
        </p:nvSpPr>
        <p:spPr>
          <a:xfrm flipH="1" rot="8100000">
            <a:off x="2070569" y="-450209"/>
            <a:ext cx="13716" cy="5889566"/>
          </a:xfrm>
          <a:custGeom>
            <a:rect b="b" l="l" r="r" t="t"/>
            <a:pathLst>
              <a:path extrusionOk="0" h="5889566" w="13716">
                <a:moveTo>
                  <a:pt x="13716" y="5889566"/>
                </a:moveTo>
                <a:lnTo>
                  <a:pt x="13716" y="0"/>
                </a:lnTo>
                <a:lnTo>
                  <a:pt x="0" y="13716"/>
                </a:lnTo>
                <a:lnTo>
                  <a:pt x="0" y="5875850"/>
                </a:lnTo>
                <a:close/>
              </a:path>
            </a:pathLst>
          </a:custGeom>
          <a:solidFill>
            <a:srgbClr val="CBAE22"/>
          </a:solidFill>
          <a:ln>
            <a:noFill/>
          </a:ln>
        </p:spPr>
      </p:sp>
      <p:sp>
        <p:nvSpPr>
          <p:cNvPr id="51" name="Google Shape;51;p33"/>
          <p:cNvSpPr/>
          <p:nvPr/>
        </p:nvSpPr>
        <p:spPr>
          <a:xfrm flipH="1" rot="8100000">
            <a:off x="1648976" y="567610"/>
            <a:ext cx="13716" cy="4697119"/>
          </a:xfrm>
          <a:custGeom>
            <a:rect b="b" l="l" r="r" t="t"/>
            <a:pathLst>
              <a:path extrusionOk="0" h="4697119" w="13716">
                <a:moveTo>
                  <a:pt x="13716" y="4697119"/>
                </a:moveTo>
                <a:lnTo>
                  <a:pt x="13716" y="0"/>
                </a:lnTo>
                <a:lnTo>
                  <a:pt x="0" y="13716"/>
                </a:lnTo>
                <a:lnTo>
                  <a:pt x="0" y="4683403"/>
                </a:lnTo>
                <a:close/>
              </a:path>
            </a:pathLst>
          </a:custGeom>
          <a:solidFill>
            <a:srgbClr val="CBAE22"/>
          </a:solidFill>
          <a:ln>
            <a:noFill/>
          </a:ln>
        </p:spPr>
      </p:sp>
      <p:sp>
        <p:nvSpPr>
          <p:cNvPr id="52" name="Google Shape;52;p33"/>
          <p:cNvSpPr/>
          <p:nvPr/>
        </p:nvSpPr>
        <p:spPr>
          <a:xfrm flipH="1" rot="8100000">
            <a:off x="1227383" y="1585424"/>
            <a:ext cx="13716" cy="3504674"/>
          </a:xfrm>
          <a:custGeom>
            <a:rect b="b" l="l" r="r" t="t"/>
            <a:pathLst>
              <a:path extrusionOk="0" h="3504674" w="13716">
                <a:moveTo>
                  <a:pt x="13716" y="3504674"/>
                </a:moveTo>
                <a:lnTo>
                  <a:pt x="13716" y="0"/>
                </a:lnTo>
                <a:lnTo>
                  <a:pt x="0" y="13716"/>
                </a:lnTo>
                <a:lnTo>
                  <a:pt x="0" y="3490958"/>
                </a:lnTo>
                <a:close/>
              </a:path>
            </a:pathLst>
          </a:custGeom>
          <a:solidFill>
            <a:srgbClr val="CBAE22"/>
          </a:solidFill>
          <a:ln>
            <a:noFill/>
          </a:ln>
        </p:spPr>
      </p:sp>
      <p:sp>
        <p:nvSpPr>
          <p:cNvPr id="53" name="Google Shape;53;p33"/>
          <p:cNvSpPr/>
          <p:nvPr/>
        </p:nvSpPr>
        <p:spPr>
          <a:xfrm flipH="1" rot="8100000">
            <a:off x="805790" y="2603242"/>
            <a:ext cx="13716" cy="2312226"/>
          </a:xfrm>
          <a:custGeom>
            <a:rect b="b" l="l" r="r" t="t"/>
            <a:pathLst>
              <a:path extrusionOk="0" h="2312226" w="13716">
                <a:moveTo>
                  <a:pt x="13716" y="2312226"/>
                </a:moveTo>
                <a:lnTo>
                  <a:pt x="13716" y="0"/>
                </a:lnTo>
                <a:lnTo>
                  <a:pt x="0" y="13716"/>
                </a:lnTo>
                <a:lnTo>
                  <a:pt x="0" y="2298510"/>
                </a:lnTo>
                <a:close/>
              </a:path>
            </a:pathLst>
          </a:custGeom>
          <a:solidFill>
            <a:srgbClr val="CBAE22"/>
          </a:solidFill>
          <a:ln>
            <a:noFill/>
          </a:ln>
        </p:spPr>
      </p:sp>
      <p:sp>
        <p:nvSpPr>
          <p:cNvPr id="54" name="Google Shape;54;p33"/>
          <p:cNvSpPr/>
          <p:nvPr/>
        </p:nvSpPr>
        <p:spPr>
          <a:xfrm flipH="1" rot="8100000">
            <a:off x="384198" y="3621057"/>
            <a:ext cx="13716" cy="1119782"/>
          </a:xfrm>
          <a:custGeom>
            <a:rect b="b" l="l" r="r" t="t"/>
            <a:pathLst>
              <a:path extrusionOk="0" h="1119782" w="13716">
                <a:moveTo>
                  <a:pt x="13716" y="1119782"/>
                </a:moveTo>
                <a:lnTo>
                  <a:pt x="13716" y="0"/>
                </a:lnTo>
                <a:lnTo>
                  <a:pt x="0" y="13716"/>
                </a:lnTo>
                <a:lnTo>
                  <a:pt x="0" y="1106066"/>
                </a:lnTo>
                <a:close/>
              </a:path>
            </a:pathLst>
          </a:custGeom>
          <a:solidFill>
            <a:srgbClr val="CBAE22"/>
          </a:solidFill>
          <a:ln>
            <a:noFill/>
          </a:ln>
        </p:spPr>
      </p:sp>
      <p:sp>
        <p:nvSpPr>
          <p:cNvPr id="55" name="Google Shape;55;p33"/>
          <p:cNvSpPr/>
          <p:nvPr/>
        </p:nvSpPr>
        <p:spPr>
          <a:xfrm flipH="1" rot="8100000">
            <a:off x="2705180" y="-953749"/>
            <a:ext cx="13716" cy="6479500"/>
          </a:xfrm>
          <a:custGeom>
            <a:rect b="b" l="l" r="r" t="t"/>
            <a:pathLst>
              <a:path extrusionOk="0" h="6479500" w="13716">
                <a:moveTo>
                  <a:pt x="0" y="6479500"/>
                </a:moveTo>
                <a:lnTo>
                  <a:pt x="13716" y="6465784"/>
                </a:lnTo>
                <a:lnTo>
                  <a:pt x="13716" y="0"/>
                </a:lnTo>
                <a:lnTo>
                  <a:pt x="0" y="13716"/>
                </a:lnTo>
                <a:close/>
              </a:path>
            </a:pathLst>
          </a:custGeom>
          <a:solidFill>
            <a:srgbClr val="CBAE22"/>
          </a:solidFill>
          <a:ln>
            <a:noFill/>
          </a:ln>
        </p:spPr>
      </p:sp>
      <p:sp>
        <p:nvSpPr>
          <p:cNvPr id="56" name="Google Shape;56;p33"/>
          <p:cNvSpPr/>
          <p:nvPr/>
        </p:nvSpPr>
        <p:spPr>
          <a:xfrm flipH="1" rot="8100000">
            <a:off x="4391552" y="-953749"/>
            <a:ext cx="13716" cy="6479500"/>
          </a:xfrm>
          <a:custGeom>
            <a:rect b="b" l="l" r="r" t="t"/>
            <a:pathLst>
              <a:path extrusionOk="0" h="6479500" w="13716">
                <a:moveTo>
                  <a:pt x="0" y="6479500"/>
                </a:moveTo>
                <a:lnTo>
                  <a:pt x="13716" y="6465784"/>
                </a:lnTo>
                <a:lnTo>
                  <a:pt x="13716" y="0"/>
                </a:lnTo>
                <a:lnTo>
                  <a:pt x="0" y="13715"/>
                </a:lnTo>
                <a:close/>
              </a:path>
            </a:pathLst>
          </a:custGeom>
          <a:solidFill>
            <a:srgbClr val="CBAE22"/>
          </a:solidFill>
          <a:ln>
            <a:noFill/>
          </a:ln>
        </p:spPr>
      </p:sp>
      <p:sp>
        <p:nvSpPr>
          <p:cNvPr id="57" name="Google Shape;57;p33"/>
          <p:cNvSpPr/>
          <p:nvPr/>
        </p:nvSpPr>
        <p:spPr>
          <a:xfrm flipH="1" rot="8100000">
            <a:off x="6077925" y="-953749"/>
            <a:ext cx="13716" cy="6479501"/>
          </a:xfrm>
          <a:custGeom>
            <a:rect b="b" l="l" r="r" t="t"/>
            <a:pathLst>
              <a:path extrusionOk="0" h="6479501" w="13716">
                <a:moveTo>
                  <a:pt x="0" y="6479501"/>
                </a:moveTo>
                <a:lnTo>
                  <a:pt x="13716" y="6465785"/>
                </a:lnTo>
                <a:lnTo>
                  <a:pt x="13716" y="0"/>
                </a:lnTo>
                <a:lnTo>
                  <a:pt x="0" y="13716"/>
                </a:lnTo>
                <a:close/>
              </a:path>
            </a:pathLst>
          </a:custGeom>
          <a:solidFill>
            <a:srgbClr val="CBAE22"/>
          </a:solidFill>
          <a:ln>
            <a:noFill/>
          </a:ln>
        </p:spPr>
      </p:sp>
      <p:sp>
        <p:nvSpPr>
          <p:cNvPr id="58" name="Google Shape;58;p33"/>
          <p:cNvSpPr/>
          <p:nvPr/>
        </p:nvSpPr>
        <p:spPr>
          <a:xfrm flipH="1" rot="8100000">
            <a:off x="6916261" y="-965458"/>
            <a:ext cx="13716" cy="6493219"/>
          </a:xfrm>
          <a:custGeom>
            <a:rect b="b" l="l" r="r" t="t"/>
            <a:pathLst>
              <a:path extrusionOk="0" h="6493219" w="13716">
                <a:moveTo>
                  <a:pt x="13716" y="6479504"/>
                </a:moveTo>
                <a:lnTo>
                  <a:pt x="13716" y="0"/>
                </a:lnTo>
                <a:lnTo>
                  <a:pt x="0" y="13717"/>
                </a:lnTo>
                <a:lnTo>
                  <a:pt x="0" y="6493219"/>
                </a:lnTo>
                <a:close/>
              </a:path>
            </a:pathLst>
          </a:custGeom>
          <a:solidFill>
            <a:srgbClr val="CBAE22"/>
          </a:solidFill>
          <a:ln>
            <a:noFill/>
          </a:ln>
        </p:spPr>
      </p:sp>
      <p:sp>
        <p:nvSpPr>
          <p:cNvPr id="59" name="Google Shape;59;p33"/>
          <p:cNvSpPr/>
          <p:nvPr/>
        </p:nvSpPr>
        <p:spPr>
          <a:xfrm flipH="1" rot="8100000">
            <a:off x="7759447" y="-965458"/>
            <a:ext cx="13717" cy="6493219"/>
          </a:xfrm>
          <a:custGeom>
            <a:rect b="b" l="l" r="r" t="t"/>
            <a:pathLst>
              <a:path extrusionOk="0" h="6493219" w="13717">
                <a:moveTo>
                  <a:pt x="0" y="6493219"/>
                </a:moveTo>
                <a:lnTo>
                  <a:pt x="13716" y="6479502"/>
                </a:lnTo>
                <a:lnTo>
                  <a:pt x="13717" y="0"/>
                </a:lnTo>
                <a:lnTo>
                  <a:pt x="0" y="13716"/>
                </a:lnTo>
                <a:close/>
              </a:path>
            </a:pathLst>
          </a:custGeom>
          <a:solidFill>
            <a:srgbClr val="CBAE22"/>
          </a:solidFill>
          <a:ln>
            <a:noFill/>
          </a:ln>
        </p:spPr>
      </p:sp>
      <p:sp>
        <p:nvSpPr>
          <p:cNvPr id="60" name="Google Shape;60;p33"/>
          <p:cNvSpPr/>
          <p:nvPr/>
        </p:nvSpPr>
        <p:spPr>
          <a:xfrm flipH="1" rot="8100000">
            <a:off x="8602633" y="-965458"/>
            <a:ext cx="13716" cy="6493219"/>
          </a:xfrm>
          <a:custGeom>
            <a:rect b="b" l="l" r="r" t="t"/>
            <a:pathLst>
              <a:path extrusionOk="0" h="6493219" w="13716">
                <a:moveTo>
                  <a:pt x="13716" y="6479504"/>
                </a:moveTo>
                <a:lnTo>
                  <a:pt x="13716" y="0"/>
                </a:lnTo>
                <a:lnTo>
                  <a:pt x="0" y="13716"/>
                </a:lnTo>
                <a:lnTo>
                  <a:pt x="0" y="6493219"/>
                </a:lnTo>
                <a:close/>
              </a:path>
            </a:pathLst>
          </a:custGeom>
          <a:solidFill>
            <a:srgbClr val="CBAE22"/>
          </a:solidFill>
          <a:ln>
            <a:noFill/>
          </a:ln>
        </p:spPr>
      </p:sp>
      <p:sp>
        <p:nvSpPr>
          <p:cNvPr id="61" name="Google Shape;61;p33"/>
          <p:cNvSpPr/>
          <p:nvPr/>
        </p:nvSpPr>
        <p:spPr>
          <a:xfrm flipH="1" rot="8100000">
            <a:off x="10088968" y="-882602"/>
            <a:ext cx="13716" cy="5927431"/>
          </a:xfrm>
          <a:custGeom>
            <a:rect b="b" l="l" r="r" t="t"/>
            <a:pathLst>
              <a:path extrusionOk="0" h="5927431" w="13716">
                <a:moveTo>
                  <a:pt x="0" y="5927431"/>
                </a:moveTo>
                <a:lnTo>
                  <a:pt x="13715" y="5913716"/>
                </a:lnTo>
                <a:lnTo>
                  <a:pt x="13716" y="13716"/>
                </a:lnTo>
                <a:lnTo>
                  <a:pt x="0" y="0"/>
                </a:lnTo>
                <a:close/>
              </a:path>
            </a:pathLst>
          </a:custGeom>
          <a:solidFill>
            <a:srgbClr val="CBAE22"/>
          </a:solidFill>
          <a:ln>
            <a:noFill/>
          </a:ln>
        </p:spPr>
      </p:sp>
      <p:sp>
        <p:nvSpPr>
          <p:cNvPr id="62" name="Google Shape;62;p33"/>
          <p:cNvSpPr/>
          <p:nvPr/>
        </p:nvSpPr>
        <p:spPr>
          <a:xfrm flipH="1" rot="8100000">
            <a:off x="10510562" y="-707971"/>
            <a:ext cx="13716" cy="4734985"/>
          </a:xfrm>
          <a:custGeom>
            <a:rect b="b" l="l" r="r" t="t"/>
            <a:pathLst>
              <a:path extrusionOk="0" h="4734985" w="13716">
                <a:moveTo>
                  <a:pt x="0" y="4734985"/>
                </a:moveTo>
                <a:lnTo>
                  <a:pt x="13715" y="4721270"/>
                </a:lnTo>
                <a:lnTo>
                  <a:pt x="13716" y="13715"/>
                </a:lnTo>
                <a:lnTo>
                  <a:pt x="0" y="0"/>
                </a:lnTo>
                <a:close/>
              </a:path>
            </a:pathLst>
          </a:custGeom>
          <a:solidFill>
            <a:srgbClr val="CBAE22"/>
          </a:solidFill>
          <a:ln>
            <a:noFill/>
          </a:ln>
        </p:spPr>
      </p:sp>
      <p:sp>
        <p:nvSpPr>
          <p:cNvPr id="63" name="Google Shape;63;p33"/>
          <p:cNvSpPr/>
          <p:nvPr/>
        </p:nvSpPr>
        <p:spPr>
          <a:xfrm flipH="1" rot="8100000">
            <a:off x="10932155" y="-533342"/>
            <a:ext cx="13716" cy="3542540"/>
          </a:xfrm>
          <a:custGeom>
            <a:rect b="b" l="l" r="r" t="t"/>
            <a:pathLst>
              <a:path extrusionOk="0" h="3542540" w="13716">
                <a:moveTo>
                  <a:pt x="0" y="3542540"/>
                </a:moveTo>
                <a:lnTo>
                  <a:pt x="13715" y="3528825"/>
                </a:lnTo>
                <a:lnTo>
                  <a:pt x="13716" y="13716"/>
                </a:lnTo>
                <a:lnTo>
                  <a:pt x="0" y="0"/>
                </a:lnTo>
                <a:close/>
              </a:path>
            </a:pathLst>
          </a:custGeom>
          <a:solidFill>
            <a:srgbClr val="CBAE22"/>
          </a:solidFill>
          <a:ln>
            <a:noFill/>
          </a:ln>
        </p:spPr>
      </p:sp>
      <p:sp>
        <p:nvSpPr>
          <p:cNvPr id="64" name="Google Shape;64;p33"/>
          <p:cNvSpPr/>
          <p:nvPr/>
        </p:nvSpPr>
        <p:spPr>
          <a:xfrm flipH="1" rot="8100000">
            <a:off x="11353748" y="-358712"/>
            <a:ext cx="13716" cy="2350095"/>
          </a:xfrm>
          <a:custGeom>
            <a:rect b="b" l="l" r="r" t="t"/>
            <a:pathLst>
              <a:path extrusionOk="0" h="2350095" w="13716">
                <a:moveTo>
                  <a:pt x="0" y="2350095"/>
                </a:moveTo>
                <a:lnTo>
                  <a:pt x="13715" y="2336380"/>
                </a:lnTo>
                <a:lnTo>
                  <a:pt x="13716" y="13714"/>
                </a:lnTo>
                <a:lnTo>
                  <a:pt x="0" y="0"/>
                </a:lnTo>
                <a:close/>
              </a:path>
            </a:pathLst>
          </a:custGeom>
          <a:solidFill>
            <a:srgbClr val="CBAE22"/>
          </a:solidFill>
          <a:ln>
            <a:noFill/>
          </a:ln>
        </p:spPr>
      </p:sp>
      <p:sp>
        <p:nvSpPr>
          <p:cNvPr id="65" name="Google Shape;65;p33"/>
          <p:cNvSpPr/>
          <p:nvPr/>
        </p:nvSpPr>
        <p:spPr>
          <a:xfrm flipH="1" rot="8100000">
            <a:off x="11775341" y="-184083"/>
            <a:ext cx="13716" cy="1157650"/>
          </a:xfrm>
          <a:custGeom>
            <a:rect b="b" l="l" r="r" t="t"/>
            <a:pathLst>
              <a:path extrusionOk="0" h="1157650" w="13716">
                <a:moveTo>
                  <a:pt x="0" y="1157650"/>
                </a:moveTo>
                <a:lnTo>
                  <a:pt x="13716" y="1143934"/>
                </a:lnTo>
                <a:lnTo>
                  <a:pt x="13716" y="13716"/>
                </a:lnTo>
                <a:lnTo>
                  <a:pt x="0" y="0"/>
                </a:lnTo>
                <a:close/>
              </a:path>
            </a:pathLst>
          </a:custGeom>
          <a:solidFill>
            <a:srgbClr val="CBAE22"/>
          </a:solidFill>
          <a:ln>
            <a:noFill/>
          </a:ln>
        </p:spPr>
      </p:sp>
      <p:sp>
        <p:nvSpPr>
          <p:cNvPr id="66" name="Google Shape;66;p33"/>
          <p:cNvSpPr/>
          <p:nvPr/>
        </p:nvSpPr>
        <p:spPr>
          <a:xfrm flipH="1" rot="8100000">
            <a:off x="3543517" y="-965458"/>
            <a:ext cx="13716" cy="6493219"/>
          </a:xfrm>
          <a:custGeom>
            <a:rect b="b" l="l" r="r" t="t"/>
            <a:pathLst>
              <a:path extrusionOk="0" h="6493219" w="13716">
                <a:moveTo>
                  <a:pt x="0" y="6493219"/>
                </a:moveTo>
                <a:lnTo>
                  <a:pt x="13716" y="6479503"/>
                </a:lnTo>
                <a:lnTo>
                  <a:pt x="13716" y="0"/>
                </a:lnTo>
                <a:lnTo>
                  <a:pt x="0" y="13716"/>
                </a:lnTo>
                <a:close/>
              </a:path>
            </a:pathLst>
          </a:custGeom>
          <a:solidFill>
            <a:srgbClr val="CBAE22"/>
          </a:solidFill>
          <a:ln>
            <a:noFill/>
          </a:ln>
        </p:spPr>
      </p:sp>
      <p:sp>
        <p:nvSpPr>
          <p:cNvPr id="67" name="Google Shape;67;p33"/>
          <p:cNvSpPr/>
          <p:nvPr/>
        </p:nvSpPr>
        <p:spPr>
          <a:xfrm flipH="1" rot="8100000">
            <a:off x="5229889" y="-965458"/>
            <a:ext cx="13716" cy="6493220"/>
          </a:xfrm>
          <a:custGeom>
            <a:rect b="b" l="l" r="r" t="t"/>
            <a:pathLst>
              <a:path extrusionOk="0" h="6493220" w="13716">
                <a:moveTo>
                  <a:pt x="0" y="6493220"/>
                </a:moveTo>
                <a:lnTo>
                  <a:pt x="13716" y="6479504"/>
                </a:lnTo>
                <a:lnTo>
                  <a:pt x="13716" y="0"/>
                </a:lnTo>
                <a:lnTo>
                  <a:pt x="0" y="13716"/>
                </a:lnTo>
                <a:close/>
              </a:path>
            </a:pathLst>
          </a:custGeom>
          <a:solidFill>
            <a:srgbClr val="CBAE22"/>
          </a:solidFill>
          <a:ln>
            <a:noFill/>
          </a:ln>
        </p:spPr>
      </p:sp>
      <p:sp>
        <p:nvSpPr>
          <p:cNvPr id="68" name="Google Shape;68;p33"/>
          <p:cNvSpPr/>
          <p:nvPr/>
        </p:nvSpPr>
        <p:spPr>
          <a:xfrm rot="-5400000">
            <a:off x="64427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3"/>
          <p:cNvSpPr/>
          <p:nvPr/>
        </p:nvSpPr>
        <p:spPr>
          <a:xfrm>
            <a:off x="712049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3"/>
          <p:cNvSpPr/>
          <p:nvPr/>
        </p:nvSpPr>
        <p:spPr>
          <a:xfrm rot="-5400000">
            <a:off x="-148774" y="258315"/>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3"/>
          <p:cNvSpPr/>
          <p:nvPr/>
        </p:nvSpPr>
        <p:spPr>
          <a:xfrm>
            <a:off x="37745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3"/>
          <p:cNvSpPr/>
          <p:nvPr/>
        </p:nvSpPr>
        <p:spPr>
          <a:xfrm rot="-5400000">
            <a:off x="13875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3"/>
          <p:cNvSpPr/>
          <p:nvPr/>
        </p:nvSpPr>
        <p:spPr>
          <a:xfrm rot="-5400000">
            <a:off x="22300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3"/>
          <p:cNvSpPr/>
          <p:nvPr/>
        </p:nvSpPr>
        <p:spPr>
          <a:xfrm rot="-5400000">
            <a:off x="307261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3"/>
          <p:cNvSpPr/>
          <p:nvPr/>
        </p:nvSpPr>
        <p:spPr>
          <a:xfrm rot="-5400000">
            <a:off x="391515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
          <p:cNvSpPr/>
          <p:nvPr/>
        </p:nvSpPr>
        <p:spPr>
          <a:xfrm rot="-5400000">
            <a:off x="47576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3"/>
          <p:cNvSpPr/>
          <p:nvPr/>
        </p:nvSpPr>
        <p:spPr>
          <a:xfrm rot="-5400000">
            <a:off x="56002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3"/>
          <p:cNvSpPr/>
          <p:nvPr/>
        </p:nvSpPr>
        <p:spPr>
          <a:xfrm>
            <a:off x="122033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3"/>
          <p:cNvSpPr/>
          <p:nvPr/>
        </p:nvSpPr>
        <p:spPr>
          <a:xfrm>
            <a:off x="206321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3"/>
          <p:cNvSpPr/>
          <p:nvPr/>
        </p:nvSpPr>
        <p:spPr>
          <a:xfrm>
            <a:off x="290609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3"/>
          <p:cNvSpPr/>
          <p:nvPr/>
        </p:nvSpPr>
        <p:spPr>
          <a:xfrm>
            <a:off x="374897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3"/>
          <p:cNvSpPr/>
          <p:nvPr/>
        </p:nvSpPr>
        <p:spPr>
          <a:xfrm>
            <a:off x="459185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3"/>
          <p:cNvSpPr/>
          <p:nvPr/>
        </p:nvSpPr>
        <p:spPr>
          <a:xfrm>
            <a:off x="543473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3"/>
          <p:cNvSpPr/>
          <p:nvPr/>
        </p:nvSpPr>
        <p:spPr>
          <a:xfrm>
            <a:off x="627761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3"/>
          <p:cNvSpPr/>
          <p:nvPr/>
        </p:nvSpPr>
        <p:spPr>
          <a:xfrm rot="-5400000">
            <a:off x="812785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3"/>
          <p:cNvSpPr/>
          <p:nvPr/>
        </p:nvSpPr>
        <p:spPr>
          <a:xfrm>
            <a:off x="880625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3"/>
          <p:cNvSpPr/>
          <p:nvPr/>
        </p:nvSpPr>
        <p:spPr>
          <a:xfrm rot="-5400000">
            <a:off x="728531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3"/>
          <p:cNvSpPr/>
          <p:nvPr/>
        </p:nvSpPr>
        <p:spPr>
          <a:xfrm>
            <a:off x="796337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3"/>
          <p:cNvSpPr/>
          <p:nvPr/>
        </p:nvSpPr>
        <p:spPr>
          <a:xfrm rot="-5400000">
            <a:off x="98129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3"/>
          <p:cNvSpPr/>
          <p:nvPr/>
        </p:nvSpPr>
        <p:spPr>
          <a:xfrm>
            <a:off x="1049201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3"/>
          <p:cNvSpPr/>
          <p:nvPr/>
        </p:nvSpPr>
        <p:spPr>
          <a:xfrm rot="-5400000">
            <a:off x="89703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3"/>
          <p:cNvSpPr/>
          <p:nvPr/>
        </p:nvSpPr>
        <p:spPr>
          <a:xfrm>
            <a:off x="964913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3"/>
          <p:cNvSpPr/>
          <p:nvPr/>
        </p:nvSpPr>
        <p:spPr>
          <a:xfrm rot="-5400000">
            <a:off x="11498011"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3"/>
          <p:cNvSpPr/>
          <p:nvPr/>
        </p:nvSpPr>
        <p:spPr>
          <a:xfrm rot="-5400000">
            <a:off x="106554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3"/>
          <p:cNvSpPr/>
          <p:nvPr/>
        </p:nvSpPr>
        <p:spPr>
          <a:xfrm>
            <a:off x="11334899" y="365858"/>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3"/>
          <p:cNvSpPr/>
          <p:nvPr/>
        </p:nvSpPr>
        <p:spPr>
          <a:xfrm rot="-5400000">
            <a:off x="5449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3"/>
          <p:cNvSpPr/>
          <p:nvPr/>
        </p:nvSpPr>
        <p:spPr>
          <a:xfrm>
            <a:off x="66645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3"/>
          <p:cNvSpPr/>
          <p:nvPr/>
        </p:nvSpPr>
        <p:spPr>
          <a:xfrm>
            <a:off x="0" y="331699"/>
            <a:ext cx="93942" cy="4240302"/>
          </a:xfrm>
          <a:custGeom>
            <a:rect b="b" l="l" r="r" t="t"/>
            <a:pathLst>
              <a:path extrusionOk="0" h="4240302" w="9394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3"/>
          <p:cNvSpPr/>
          <p:nvPr/>
        </p:nvSpPr>
        <p:spPr>
          <a:xfrm>
            <a:off x="7667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3"/>
          <p:cNvSpPr/>
          <p:nvPr/>
        </p:nvSpPr>
        <p:spPr>
          <a:xfrm>
            <a:off x="16092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3"/>
          <p:cNvSpPr/>
          <p:nvPr/>
        </p:nvSpPr>
        <p:spPr>
          <a:xfrm>
            <a:off x="24518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3"/>
          <p:cNvSpPr/>
          <p:nvPr/>
        </p:nvSpPr>
        <p:spPr>
          <a:xfrm>
            <a:off x="329435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3"/>
          <p:cNvSpPr/>
          <p:nvPr/>
        </p:nvSpPr>
        <p:spPr>
          <a:xfrm>
            <a:off x="413689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3"/>
          <p:cNvSpPr/>
          <p:nvPr/>
        </p:nvSpPr>
        <p:spPr>
          <a:xfrm>
            <a:off x="49794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3"/>
          <p:cNvSpPr/>
          <p:nvPr/>
        </p:nvSpPr>
        <p:spPr>
          <a:xfrm>
            <a:off x="58219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3"/>
          <p:cNvSpPr/>
          <p:nvPr/>
        </p:nvSpPr>
        <p:spPr>
          <a:xfrm>
            <a:off x="834959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3"/>
          <p:cNvSpPr/>
          <p:nvPr/>
        </p:nvSpPr>
        <p:spPr>
          <a:xfrm>
            <a:off x="750705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3"/>
          <p:cNvSpPr/>
          <p:nvPr/>
        </p:nvSpPr>
        <p:spPr>
          <a:xfrm>
            <a:off x="100346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3"/>
          <p:cNvSpPr/>
          <p:nvPr/>
        </p:nvSpPr>
        <p:spPr>
          <a:xfrm>
            <a:off x="91921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3"/>
          <p:cNvSpPr/>
          <p:nvPr/>
        </p:nvSpPr>
        <p:spPr>
          <a:xfrm>
            <a:off x="11719750"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3"/>
          <p:cNvSpPr/>
          <p:nvPr/>
        </p:nvSpPr>
        <p:spPr>
          <a:xfrm>
            <a:off x="108772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3"/>
          <p:cNvSpPr/>
          <p:nvPr/>
        </p:nvSpPr>
        <p:spPr>
          <a:xfrm rot="-5400000">
            <a:off x="60211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3"/>
          <p:cNvSpPr/>
          <p:nvPr/>
        </p:nvSpPr>
        <p:spPr>
          <a:xfrm rot="-5400000">
            <a:off x="9659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3"/>
          <p:cNvSpPr/>
          <p:nvPr/>
        </p:nvSpPr>
        <p:spPr>
          <a:xfrm rot="-5400000">
            <a:off x="18084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3"/>
          <p:cNvSpPr/>
          <p:nvPr/>
        </p:nvSpPr>
        <p:spPr>
          <a:xfrm rot="-5400000">
            <a:off x="265102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3"/>
          <p:cNvSpPr/>
          <p:nvPr/>
        </p:nvSpPr>
        <p:spPr>
          <a:xfrm rot="-5400000">
            <a:off x="349356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3"/>
          <p:cNvSpPr/>
          <p:nvPr/>
        </p:nvSpPr>
        <p:spPr>
          <a:xfrm rot="-5400000">
            <a:off x="43361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3"/>
          <p:cNvSpPr/>
          <p:nvPr/>
        </p:nvSpPr>
        <p:spPr>
          <a:xfrm rot="-5400000">
            <a:off x="51786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3"/>
          <p:cNvSpPr/>
          <p:nvPr/>
        </p:nvSpPr>
        <p:spPr>
          <a:xfrm rot="-5400000">
            <a:off x="770626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3"/>
          <p:cNvSpPr/>
          <p:nvPr/>
        </p:nvSpPr>
        <p:spPr>
          <a:xfrm rot="-5400000">
            <a:off x="686372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3"/>
          <p:cNvSpPr/>
          <p:nvPr/>
        </p:nvSpPr>
        <p:spPr>
          <a:xfrm rot="-5400000">
            <a:off x="93913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3"/>
          <p:cNvSpPr/>
          <p:nvPr/>
        </p:nvSpPr>
        <p:spPr>
          <a:xfrm rot="-5400000">
            <a:off x="85488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3"/>
          <p:cNvSpPr/>
          <p:nvPr/>
        </p:nvSpPr>
        <p:spPr>
          <a:xfrm rot="-5400000">
            <a:off x="11076421"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3"/>
          <p:cNvSpPr/>
          <p:nvPr/>
        </p:nvSpPr>
        <p:spPr>
          <a:xfrm rot="-5400000">
            <a:off x="102338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3"/>
          <p:cNvSpPr/>
          <p:nvPr/>
        </p:nvSpPr>
        <p:spPr>
          <a:xfrm rot="-5400000">
            <a:off x="1234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3"/>
          <p:cNvSpPr/>
          <p:nvPr/>
        </p:nvSpPr>
        <p:spPr>
          <a:xfrm rot="-5400000">
            <a:off x="11760003" y="685578"/>
            <a:ext cx="595780" cy="268215"/>
          </a:xfrm>
          <a:custGeom>
            <a:rect b="b" l="l" r="r" t="t"/>
            <a:pathLst>
              <a:path extrusionOk="0" h="268215" w="595780">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3"/>
          <p:cNvSpPr/>
          <p:nvPr/>
        </p:nvSpPr>
        <p:spPr>
          <a:xfrm>
            <a:off x="70866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3"/>
          <p:cNvSpPr/>
          <p:nvPr/>
        </p:nvSpPr>
        <p:spPr>
          <a:xfrm>
            <a:off x="3463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3"/>
          <p:cNvSpPr/>
          <p:nvPr/>
        </p:nvSpPr>
        <p:spPr>
          <a:xfrm>
            <a:off x="11888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3"/>
          <p:cNvSpPr/>
          <p:nvPr/>
        </p:nvSpPr>
        <p:spPr>
          <a:xfrm>
            <a:off x="20314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3"/>
          <p:cNvSpPr/>
          <p:nvPr/>
        </p:nvSpPr>
        <p:spPr>
          <a:xfrm>
            <a:off x="28739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3"/>
          <p:cNvSpPr/>
          <p:nvPr/>
        </p:nvSpPr>
        <p:spPr>
          <a:xfrm>
            <a:off x="371649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3"/>
          <p:cNvSpPr/>
          <p:nvPr/>
        </p:nvSpPr>
        <p:spPr>
          <a:xfrm>
            <a:off x="45590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3"/>
          <p:cNvSpPr/>
          <p:nvPr/>
        </p:nvSpPr>
        <p:spPr>
          <a:xfrm>
            <a:off x="54015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3"/>
          <p:cNvSpPr/>
          <p:nvPr/>
        </p:nvSpPr>
        <p:spPr>
          <a:xfrm>
            <a:off x="62441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3"/>
          <p:cNvSpPr/>
          <p:nvPr/>
        </p:nvSpPr>
        <p:spPr>
          <a:xfrm>
            <a:off x="87717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3"/>
          <p:cNvSpPr/>
          <p:nvPr/>
        </p:nvSpPr>
        <p:spPr>
          <a:xfrm>
            <a:off x="792919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3"/>
          <p:cNvSpPr/>
          <p:nvPr/>
        </p:nvSpPr>
        <p:spPr>
          <a:xfrm>
            <a:off x="104568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3"/>
          <p:cNvSpPr/>
          <p:nvPr/>
        </p:nvSpPr>
        <p:spPr>
          <a:xfrm>
            <a:off x="96142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3"/>
          <p:cNvSpPr/>
          <p:nvPr/>
        </p:nvSpPr>
        <p:spPr>
          <a:xfrm>
            <a:off x="12141892" y="758852"/>
            <a:ext cx="50109" cy="3538433"/>
          </a:xfrm>
          <a:custGeom>
            <a:rect b="b" l="l" r="r" t="t"/>
            <a:pathLst>
              <a:path extrusionOk="0" h="3538433" w="50109">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3"/>
          <p:cNvSpPr/>
          <p:nvPr/>
        </p:nvSpPr>
        <p:spPr>
          <a:xfrm>
            <a:off x="112993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3"/>
          <p:cNvSpPr/>
          <p:nvPr/>
        </p:nvSpPr>
        <p:spPr>
          <a:xfrm rot="-5400000">
            <a:off x="617401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3"/>
          <p:cNvSpPr/>
          <p:nvPr/>
        </p:nvSpPr>
        <p:spPr>
          <a:xfrm rot="-5400000">
            <a:off x="111877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3"/>
          <p:cNvSpPr/>
          <p:nvPr/>
        </p:nvSpPr>
        <p:spPr>
          <a:xfrm rot="-5400000">
            <a:off x="196131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3"/>
          <p:cNvSpPr/>
          <p:nvPr/>
        </p:nvSpPr>
        <p:spPr>
          <a:xfrm rot="-5400000">
            <a:off x="280385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3"/>
          <p:cNvSpPr/>
          <p:nvPr/>
        </p:nvSpPr>
        <p:spPr>
          <a:xfrm rot="-5400000">
            <a:off x="364639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3"/>
          <p:cNvSpPr/>
          <p:nvPr/>
        </p:nvSpPr>
        <p:spPr>
          <a:xfrm rot="-5400000">
            <a:off x="448893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3"/>
          <p:cNvSpPr/>
          <p:nvPr/>
        </p:nvSpPr>
        <p:spPr>
          <a:xfrm rot="-5400000">
            <a:off x="533147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p:nvPr/>
        </p:nvSpPr>
        <p:spPr>
          <a:xfrm rot="-5400000">
            <a:off x="785909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3"/>
          <p:cNvSpPr/>
          <p:nvPr/>
        </p:nvSpPr>
        <p:spPr>
          <a:xfrm rot="-5400000">
            <a:off x="701655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3"/>
          <p:cNvSpPr/>
          <p:nvPr/>
        </p:nvSpPr>
        <p:spPr>
          <a:xfrm rot="-5400000">
            <a:off x="954417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3"/>
          <p:cNvSpPr/>
          <p:nvPr/>
        </p:nvSpPr>
        <p:spPr>
          <a:xfrm rot="-5400000">
            <a:off x="870163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3"/>
          <p:cNvSpPr/>
          <p:nvPr/>
        </p:nvSpPr>
        <p:spPr>
          <a:xfrm rot="-5400000">
            <a:off x="11229252"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3"/>
          <p:cNvSpPr/>
          <p:nvPr/>
        </p:nvSpPr>
        <p:spPr>
          <a:xfrm rot="-5400000">
            <a:off x="1038671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3"/>
          <p:cNvSpPr/>
          <p:nvPr/>
        </p:nvSpPr>
        <p:spPr>
          <a:xfrm rot="-5400000">
            <a:off x="27623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3"/>
          <p:cNvSpPr/>
          <p:nvPr/>
        </p:nvSpPr>
        <p:spPr>
          <a:xfrm rot="-5400000">
            <a:off x="11908617" y="4923"/>
            <a:ext cx="298552" cy="268215"/>
          </a:xfrm>
          <a:custGeom>
            <a:rect b="b" l="l" r="r" t="t"/>
            <a:pathLst>
              <a:path extrusionOk="0" h="268215" w="298552">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3"/>
          <p:cNvSpPr/>
          <p:nvPr/>
        </p:nvSpPr>
        <p:spPr>
          <a:xfrm>
            <a:off x="346332" y="-10245"/>
            <a:ext cx="169752" cy="84875"/>
          </a:xfrm>
          <a:custGeom>
            <a:rect b="b" l="l" r="r" t="t"/>
            <a:pathLst>
              <a:path extrusionOk="0" h="84875" w="169752">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3"/>
          <p:cNvSpPr/>
          <p:nvPr/>
        </p:nvSpPr>
        <p:spPr>
          <a:xfrm>
            <a:off x="1188872" y="-10245"/>
            <a:ext cx="169752" cy="84875"/>
          </a:xfrm>
          <a:custGeom>
            <a:rect b="b" l="l" r="r" t="t"/>
            <a:pathLst>
              <a:path extrusionOk="0" h="84875" w="169752">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3"/>
          <p:cNvSpPr/>
          <p:nvPr/>
        </p:nvSpPr>
        <p:spPr>
          <a:xfrm>
            <a:off x="2031413" y="-10245"/>
            <a:ext cx="10160587" cy="84875"/>
          </a:xfrm>
          <a:custGeom>
            <a:rect b="b" l="l" r="r" t="t"/>
            <a:pathLst>
              <a:path extrusionOk="0" h="84875" w="10160587">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3"/>
          <p:cNvSpPr/>
          <p:nvPr/>
        </p:nvSpPr>
        <p:spPr>
          <a:xfrm rot="-5400000">
            <a:off x="64427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3"/>
          <p:cNvSpPr/>
          <p:nvPr/>
        </p:nvSpPr>
        <p:spPr>
          <a:xfrm>
            <a:off x="712049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3"/>
          <p:cNvSpPr/>
          <p:nvPr/>
        </p:nvSpPr>
        <p:spPr>
          <a:xfrm rot="-5400000">
            <a:off x="-148774" y="1103813"/>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3"/>
          <p:cNvSpPr/>
          <p:nvPr/>
        </p:nvSpPr>
        <p:spPr>
          <a:xfrm>
            <a:off x="37745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3"/>
          <p:cNvSpPr/>
          <p:nvPr/>
        </p:nvSpPr>
        <p:spPr>
          <a:xfrm rot="-5400000">
            <a:off x="13875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3"/>
          <p:cNvSpPr/>
          <p:nvPr/>
        </p:nvSpPr>
        <p:spPr>
          <a:xfrm rot="-5400000">
            <a:off x="22300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3"/>
          <p:cNvSpPr/>
          <p:nvPr/>
        </p:nvSpPr>
        <p:spPr>
          <a:xfrm rot="-5400000">
            <a:off x="307261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3"/>
          <p:cNvSpPr/>
          <p:nvPr/>
        </p:nvSpPr>
        <p:spPr>
          <a:xfrm rot="-5400000">
            <a:off x="391515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3"/>
          <p:cNvSpPr/>
          <p:nvPr/>
        </p:nvSpPr>
        <p:spPr>
          <a:xfrm rot="-5400000">
            <a:off x="47576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3"/>
          <p:cNvSpPr/>
          <p:nvPr/>
        </p:nvSpPr>
        <p:spPr>
          <a:xfrm rot="-5400000">
            <a:off x="56002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3"/>
          <p:cNvSpPr/>
          <p:nvPr/>
        </p:nvSpPr>
        <p:spPr>
          <a:xfrm>
            <a:off x="122033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3"/>
          <p:cNvSpPr/>
          <p:nvPr/>
        </p:nvSpPr>
        <p:spPr>
          <a:xfrm>
            <a:off x="206321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3"/>
          <p:cNvSpPr/>
          <p:nvPr/>
        </p:nvSpPr>
        <p:spPr>
          <a:xfrm>
            <a:off x="290609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3"/>
          <p:cNvSpPr/>
          <p:nvPr/>
        </p:nvSpPr>
        <p:spPr>
          <a:xfrm>
            <a:off x="374897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p:nvPr/>
        </p:nvSpPr>
        <p:spPr>
          <a:xfrm>
            <a:off x="459185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3"/>
          <p:cNvSpPr/>
          <p:nvPr/>
        </p:nvSpPr>
        <p:spPr>
          <a:xfrm>
            <a:off x="543473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3"/>
          <p:cNvSpPr/>
          <p:nvPr/>
        </p:nvSpPr>
        <p:spPr>
          <a:xfrm>
            <a:off x="627761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rot="-5400000">
            <a:off x="812785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880625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rot="-5400000">
            <a:off x="728531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3"/>
          <p:cNvSpPr/>
          <p:nvPr/>
        </p:nvSpPr>
        <p:spPr>
          <a:xfrm>
            <a:off x="796337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3"/>
          <p:cNvSpPr/>
          <p:nvPr/>
        </p:nvSpPr>
        <p:spPr>
          <a:xfrm rot="-5400000">
            <a:off x="98129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3"/>
          <p:cNvSpPr/>
          <p:nvPr/>
        </p:nvSpPr>
        <p:spPr>
          <a:xfrm>
            <a:off x="1049201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3"/>
          <p:cNvSpPr/>
          <p:nvPr/>
        </p:nvSpPr>
        <p:spPr>
          <a:xfrm rot="-5400000">
            <a:off x="89703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3"/>
          <p:cNvSpPr/>
          <p:nvPr/>
        </p:nvSpPr>
        <p:spPr>
          <a:xfrm>
            <a:off x="964913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3"/>
          <p:cNvSpPr/>
          <p:nvPr/>
        </p:nvSpPr>
        <p:spPr>
          <a:xfrm rot="-5400000">
            <a:off x="11498011"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3"/>
          <p:cNvSpPr/>
          <p:nvPr/>
        </p:nvSpPr>
        <p:spPr>
          <a:xfrm rot="-5400000">
            <a:off x="106554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11334899" y="121135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rot="-5400000">
            <a:off x="5449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3"/>
          <p:cNvSpPr/>
          <p:nvPr/>
        </p:nvSpPr>
        <p:spPr>
          <a:xfrm>
            <a:off x="66645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3"/>
          <p:cNvSpPr/>
          <p:nvPr/>
        </p:nvSpPr>
        <p:spPr>
          <a:xfrm>
            <a:off x="7667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3"/>
          <p:cNvSpPr/>
          <p:nvPr/>
        </p:nvSpPr>
        <p:spPr>
          <a:xfrm>
            <a:off x="16092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3"/>
          <p:cNvSpPr/>
          <p:nvPr/>
        </p:nvSpPr>
        <p:spPr>
          <a:xfrm>
            <a:off x="24518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3"/>
          <p:cNvSpPr/>
          <p:nvPr/>
        </p:nvSpPr>
        <p:spPr>
          <a:xfrm>
            <a:off x="329435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3"/>
          <p:cNvSpPr/>
          <p:nvPr/>
        </p:nvSpPr>
        <p:spPr>
          <a:xfrm>
            <a:off x="413689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3"/>
          <p:cNvSpPr/>
          <p:nvPr/>
        </p:nvSpPr>
        <p:spPr>
          <a:xfrm>
            <a:off x="49794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3"/>
          <p:cNvSpPr/>
          <p:nvPr/>
        </p:nvSpPr>
        <p:spPr>
          <a:xfrm>
            <a:off x="58219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3"/>
          <p:cNvSpPr/>
          <p:nvPr/>
        </p:nvSpPr>
        <p:spPr>
          <a:xfrm>
            <a:off x="834959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3"/>
          <p:cNvSpPr/>
          <p:nvPr/>
        </p:nvSpPr>
        <p:spPr>
          <a:xfrm>
            <a:off x="750705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3"/>
          <p:cNvSpPr/>
          <p:nvPr/>
        </p:nvSpPr>
        <p:spPr>
          <a:xfrm>
            <a:off x="100346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3"/>
          <p:cNvSpPr/>
          <p:nvPr/>
        </p:nvSpPr>
        <p:spPr>
          <a:xfrm>
            <a:off x="91921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3"/>
          <p:cNvSpPr/>
          <p:nvPr/>
        </p:nvSpPr>
        <p:spPr>
          <a:xfrm>
            <a:off x="11719750"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3"/>
          <p:cNvSpPr/>
          <p:nvPr/>
        </p:nvSpPr>
        <p:spPr>
          <a:xfrm>
            <a:off x="108772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3"/>
          <p:cNvSpPr/>
          <p:nvPr/>
        </p:nvSpPr>
        <p:spPr>
          <a:xfrm rot="-5400000">
            <a:off x="60211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3"/>
          <p:cNvSpPr/>
          <p:nvPr/>
        </p:nvSpPr>
        <p:spPr>
          <a:xfrm rot="-5400000">
            <a:off x="9659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3"/>
          <p:cNvSpPr/>
          <p:nvPr/>
        </p:nvSpPr>
        <p:spPr>
          <a:xfrm rot="-5400000">
            <a:off x="18084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3"/>
          <p:cNvSpPr/>
          <p:nvPr/>
        </p:nvSpPr>
        <p:spPr>
          <a:xfrm rot="-5400000">
            <a:off x="265102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3"/>
          <p:cNvSpPr/>
          <p:nvPr/>
        </p:nvSpPr>
        <p:spPr>
          <a:xfrm rot="-5400000">
            <a:off x="349356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3"/>
          <p:cNvSpPr/>
          <p:nvPr/>
        </p:nvSpPr>
        <p:spPr>
          <a:xfrm rot="-5400000">
            <a:off x="43361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3"/>
          <p:cNvSpPr/>
          <p:nvPr/>
        </p:nvSpPr>
        <p:spPr>
          <a:xfrm rot="-5400000">
            <a:off x="51786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3"/>
          <p:cNvSpPr/>
          <p:nvPr/>
        </p:nvSpPr>
        <p:spPr>
          <a:xfrm rot="-5400000">
            <a:off x="770626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3"/>
          <p:cNvSpPr/>
          <p:nvPr/>
        </p:nvSpPr>
        <p:spPr>
          <a:xfrm rot="-5400000">
            <a:off x="686372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3"/>
          <p:cNvSpPr/>
          <p:nvPr/>
        </p:nvSpPr>
        <p:spPr>
          <a:xfrm rot="-5400000">
            <a:off x="93913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3"/>
          <p:cNvSpPr/>
          <p:nvPr/>
        </p:nvSpPr>
        <p:spPr>
          <a:xfrm rot="-5400000">
            <a:off x="85488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3"/>
          <p:cNvSpPr/>
          <p:nvPr/>
        </p:nvSpPr>
        <p:spPr>
          <a:xfrm rot="-5400000">
            <a:off x="11076421"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3"/>
          <p:cNvSpPr/>
          <p:nvPr/>
        </p:nvSpPr>
        <p:spPr>
          <a:xfrm rot="-5400000">
            <a:off x="102338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3"/>
          <p:cNvSpPr/>
          <p:nvPr/>
        </p:nvSpPr>
        <p:spPr>
          <a:xfrm rot="-5400000">
            <a:off x="1234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3"/>
          <p:cNvSpPr/>
          <p:nvPr/>
        </p:nvSpPr>
        <p:spPr>
          <a:xfrm rot="-5400000">
            <a:off x="11760002" y="1531078"/>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3"/>
          <p:cNvSpPr/>
          <p:nvPr/>
        </p:nvSpPr>
        <p:spPr>
          <a:xfrm>
            <a:off x="70866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3"/>
          <p:cNvSpPr/>
          <p:nvPr/>
        </p:nvSpPr>
        <p:spPr>
          <a:xfrm>
            <a:off x="3463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3"/>
          <p:cNvSpPr/>
          <p:nvPr/>
        </p:nvSpPr>
        <p:spPr>
          <a:xfrm>
            <a:off x="11888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3"/>
          <p:cNvSpPr/>
          <p:nvPr/>
        </p:nvSpPr>
        <p:spPr>
          <a:xfrm>
            <a:off x="20314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3"/>
          <p:cNvSpPr/>
          <p:nvPr/>
        </p:nvSpPr>
        <p:spPr>
          <a:xfrm>
            <a:off x="28739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3"/>
          <p:cNvSpPr/>
          <p:nvPr/>
        </p:nvSpPr>
        <p:spPr>
          <a:xfrm>
            <a:off x="371649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3"/>
          <p:cNvSpPr/>
          <p:nvPr/>
        </p:nvSpPr>
        <p:spPr>
          <a:xfrm>
            <a:off x="45590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3"/>
          <p:cNvSpPr/>
          <p:nvPr/>
        </p:nvSpPr>
        <p:spPr>
          <a:xfrm>
            <a:off x="54015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3"/>
          <p:cNvSpPr/>
          <p:nvPr/>
        </p:nvSpPr>
        <p:spPr>
          <a:xfrm>
            <a:off x="62441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3"/>
          <p:cNvSpPr/>
          <p:nvPr/>
        </p:nvSpPr>
        <p:spPr>
          <a:xfrm>
            <a:off x="87717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3"/>
          <p:cNvSpPr/>
          <p:nvPr/>
        </p:nvSpPr>
        <p:spPr>
          <a:xfrm>
            <a:off x="792919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3"/>
          <p:cNvSpPr/>
          <p:nvPr/>
        </p:nvSpPr>
        <p:spPr>
          <a:xfrm>
            <a:off x="104568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3"/>
          <p:cNvSpPr/>
          <p:nvPr/>
        </p:nvSpPr>
        <p:spPr>
          <a:xfrm>
            <a:off x="96142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3"/>
          <p:cNvSpPr/>
          <p:nvPr/>
        </p:nvSpPr>
        <p:spPr>
          <a:xfrm>
            <a:off x="112993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3"/>
          <p:cNvSpPr/>
          <p:nvPr/>
        </p:nvSpPr>
        <p:spPr>
          <a:xfrm rot="-5400000">
            <a:off x="64427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3"/>
          <p:cNvSpPr/>
          <p:nvPr/>
        </p:nvSpPr>
        <p:spPr>
          <a:xfrm>
            <a:off x="712049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3"/>
          <p:cNvSpPr/>
          <p:nvPr/>
        </p:nvSpPr>
        <p:spPr>
          <a:xfrm rot="-5400000">
            <a:off x="-148774" y="1946410"/>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3"/>
          <p:cNvSpPr/>
          <p:nvPr/>
        </p:nvSpPr>
        <p:spPr>
          <a:xfrm>
            <a:off x="37745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3"/>
          <p:cNvSpPr/>
          <p:nvPr/>
        </p:nvSpPr>
        <p:spPr>
          <a:xfrm rot="-5400000">
            <a:off x="13875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3"/>
          <p:cNvSpPr/>
          <p:nvPr/>
        </p:nvSpPr>
        <p:spPr>
          <a:xfrm rot="-5400000">
            <a:off x="22300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3"/>
          <p:cNvSpPr/>
          <p:nvPr/>
        </p:nvSpPr>
        <p:spPr>
          <a:xfrm rot="-5400000">
            <a:off x="307261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p:nvPr/>
        </p:nvSpPr>
        <p:spPr>
          <a:xfrm rot="-5400000">
            <a:off x="391515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3"/>
          <p:cNvSpPr/>
          <p:nvPr/>
        </p:nvSpPr>
        <p:spPr>
          <a:xfrm rot="-5400000">
            <a:off x="47576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3"/>
          <p:cNvSpPr/>
          <p:nvPr/>
        </p:nvSpPr>
        <p:spPr>
          <a:xfrm rot="-5400000">
            <a:off x="56002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3"/>
          <p:cNvSpPr/>
          <p:nvPr/>
        </p:nvSpPr>
        <p:spPr>
          <a:xfrm>
            <a:off x="122033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3"/>
          <p:cNvSpPr/>
          <p:nvPr/>
        </p:nvSpPr>
        <p:spPr>
          <a:xfrm>
            <a:off x="206321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3"/>
          <p:cNvSpPr/>
          <p:nvPr/>
        </p:nvSpPr>
        <p:spPr>
          <a:xfrm>
            <a:off x="290609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3"/>
          <p:cNvSpPr/>
          <p:nvPr/>
        </p:nvSpPr>
        <p:spPr>
          <a:xfrm>
            <a:off x="374897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3"/>
          <p:cNvSpPr/>
          <p:nvPr/>
        </p:nvSpPr>
        <p:spPr>
          <a:xfrm>
            <a:off x="459185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3"/>
          <p:cNvSpPr/>
          <p:nvPr/>
        </p:nvSpPr>
        <p:spPr>
          <a:xfrm>
            <a:off x="543473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3"/>
          <p:cNvSpPr/>
          <p:nvPr/>
        </p:nvSpPr>
        <p:spPr>
          <a:xfrm>
            <a:off x="627761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
          <p:cNvSpPr/>
          <p:nvPr/>
        </p:nvSpPr>
        <p:spPr>
          <a:xfrm rot="-5400000">
            <a:off x="812785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3"/>
          <p:cNvSpPr/>
          <p:nvPr/>
        </p:nvSpPr>
        <p:spPr>
          <a:xfrm>
            <a:off x="880625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3"/>
          <p:cNvSpPr/>
          <p:nvPr/>
        </p:nvSpPr>
        <p:spPr>
          <a:xfrm rot="-5400000">
            <a:off x="728531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3"/>
          <p:cNvSpPr/>
          <p:nvPr/>
        </p:nvSpPr>
        <p:spPr>
          <a:xfrm>
            <a:off x="796337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3"/>
          <p:cNvSpPr/>
          <p:nvPr/>
        </p:nvSpPr>
        <p:spPr>
          <a:xfrm rot="-5400000">
            <a:off x="98129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3"/>
          <p:cNvSpPr/>
          <p:nvPr/>
        </p:nvSpPr>
        <p:spPr>
          <a:xfrm>
            <a:off x="1049201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3"/>
          <p:cNvSpPr/>
          <p:nvPr/>
        </p:nvSpPr>
        <p:spPr>
          <a:xfrm rot="-5400000">
            <a:off x="89703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3"/>
          <p:cNvSpPr/>
          <p:nvPr/>
        </p:nvSpPr>
        <p:spPr>
          <a:xfrm>
            <a:off x="964913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rot="-5400000">
            <a:off x="11498011"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p:nvPr/>
        </p:nvSpPr>
        <p:spPr>
          <a:xfrm rot="-5400000">
            <a:off x="106554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3"/>
          <p:cNvSpPr/>
          <p:nvPr/>
        </p:nvSpPr>
        <p:spPr>
          <a:xfrm>
            <a:off x="11334899" y="2053953"/>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p:nvPr/>
        </p:nvSpPr>
        <p:spPr>
          <a:xfrm rot="-5400000">
            <a:off x="5449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3"/>
          <p:cNvSpPr/>
          <p:nvPr/>
        </p:nvSpPr>
        <p:spPr>
          <a:xfrm>
            <a:off x="66645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3"/>
          <p:cNvSpPr/>
          <p:nvPr/>
        </p:nvSpPr>
        <p:spPr>
          <a:xfrm>
            <a:off x="7667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3"/>
          <p:cNvSpPr/>
          <p:nvPr/>
        </p:nvSpPr>
        <p:spPr>
          <a:xfrm>
            <a:off x="16092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3"/>
          <p:cNvSpPr/>
          <p:nvPr/>
        </p:nvSpPr>
        <p:spPr>
          <a:xfrm>
            <a:off x="24518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3"/>
          <p:cNvSpPr/>
          <p:nvPr/>
        </p:nvSpPr>
        <p:spPr>
          <a:xfrm>
            <a:off x="329435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3"/>
          <p:cNvSpPr/>
          <p:nvPr/>
        </p:nvSpPr>
        <p:spPr>
          <a:xfrm>
            <a:off x="413689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3"/>
          <p:cNvSpPr/>
          <p:nvPr/>
        </p:nvSpPr>
        <p:spPr>
          <a:xfrm>
            <a:off x="49794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3"/>
          <p:cNvSpPr/>
          <p:nvPr/>
        </p:nvSpPr>
        <p:spPr>
          <a:xfrm>
            <a:off x="58219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3"/>
          <p:cNvSpPr/>
          <p:nvPr/>
        </p:nvSpPr>
        <p:spPr>
          <a:xfrm>
            <a:off x="834959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3"/>
          <p:cNvSpPr/>
          <p:nvPr/>
        </p:nvSpPr>
        <p:spPr>
          <a:xfrm>
            <a:off x="750705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3"/>
          <p:cNvSpPr/>
          <p:nvPr/>
        </p:nvSpPr>
        <p:spPr>
          <a:xfrm>
            <a:off x="100346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3"/>
          <p:cNvSpPr/>
          <p:nvPr/>
        </p:nvSpPr>
        <p:spPr>
          <a:xfrm>
            <a:off x="91921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3"/>
          <p:cNvSpPr/>
          <p:nvPr/>
        </p:nvSpPr>
        <p:spPr>
          <a:xfrm>
            <a:off x="11719750"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3"/>
          <p:cNvSpPr/>
          <p:nvPr/>
        </p:nvSpPr>
        <p:spPr>
          <a:xfrm>
            <a:off x="108772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3"/>
          <p:cNvSpPr/>
          <p:nvPr/>
        </p:nvSpPr>
        <p:spPr>
          <a:xfrm rot="-5400000">
            <a:off x="60211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3"/>
          <p:cNvSpPr/>
          <p:nvPr/>
        </p:nvSpPr>
        <p:spPr>
          <a:xfrm rot="-5400000">
            <a:off x="9659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3"/>
          <p:cNvSpPr/>
          <p:nvPr/>
        </p:nvSpPr>
        <p:spPr>
          <a:xfrm rot="-5400000">
            <a:off x="18084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3"/>
          <p:cNvSpPr/>
          <p:nvPr/>
        </p:nvSpPr>
        <p:spPr>
          <a:xfrm rot="-5400000">
            <a:off x="265102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3"/>
          <p:cNvSpPr/>
          <p:nvPr/>
        </p:nvSpPr>
        <p:spPr>
          <a:xfrm rot="-5400000">
            <a:off x="349356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3"/>
          <p:cNvSpPr/>
          <p:nvPr/>
        </p:nvSpPr>
        <p:spPr>
          <a:xfrm rot="-5400000">
            <a:off x="43361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3"/>
          <p:cNvSpPr/>
          <p:nvPr/>
        </p:nvSpPr>
        <p:spPr>
          <a:xfrm rot="-5400000">
            <a:off x="51786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3"/>
          <p:cNvSpPr/>
          <p:nvPr/>
        </p:nvSpPr>
        <p:spPr>
          <a:xfrm rot="-5400000">
            <a:off x="770626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3"/>
          <p:cNvSpPr/>
          <p:nvPr/>
        </p:nvSpPr>
        <p:spPr>
          <a:xfrm rot="-5400000">
            <a:off x="686372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3"/>
          <p:cNvSpPr/>
          <p:nvPr/>
        </p:nvSpPr>
        <p:spPr>
          <a:xfrm rot="-5400000">
            <a:off x="93913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3"/>
          <p:cNvSpPr/>
          <p:nvPr/>
        </p:nvSpPr>
        <p:spPr>
          <a:xfrm rot="-5400000">
            <a:off x="85488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3"/>
          <p:cNvSpPr/>
          <p:nvPr/>
        </p:nvSpPr>
        <p:spPr>
          <a:xfrm rot="-5400000">
            <a:off x="11076421"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3"/>
          <p:cNvSpPr/>
          <p:nvPr/>
        </p:nvSpPr>
        <p:spPr>
          <a:xfrm rot="-5400000">
            <a:off x="102338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3"/>
          <p:cNvSpPr/>
          <p:nvPr/>
        </p:nvSpPr>
        <p:spPr>
          <a:xfrm rot="-5400000">
            <a:off x="1234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3"/>
          <p:cNvSpPr/>
          <p:nvPr/>
        </p:nvSpPr>
        <p:spPr>
          <a:xfrm rot="-5400000">
            <a:off x="11760003" y="2373673"/>
            <a:ext cx="595780" cy="268215"/>
          </a:xfrm>
          <a:custGeom>
            <a:rect b="b" l="l" r="r" t="t"/>
            <a:pathLst>
              <a:path extrusionOk="0" h="268215" w="595780">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
          <p:cNvSpPr/>
          <p:nvPr/>
        </p:nvSpPr>
        <p:spPr>
          <a:xfrm>
            <a:off x="70866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3"/>
          <p:cNvSpPr/>
          <p:nvPr/>
        </p:nvSpPr>
        <p:spPr>
          <a:xfrm>
            <a:off x="3463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
          <p:cNvSpPr/>
          <p:nvPr/>
        </p:nvSpPr>
        <p:spPr>
          <a:xfrm>
            <a:off x="11888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3"/>
          <p:cNvSpPr/>
          <p:nvPr/>
        </p:nvSpPr>
        <p:spPr>
          <a:xfrm>
            <a:off x="20314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p:nvPr/>
        </p:nvSpPr>
        <p:spPr>
          <a:xfrm>
            <a:off x="28739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a:off x="371649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3"/>
          <p:cNvSpPr/>
          <p:nvPr/>
        </p:nvSpPr>
        <p:spPr>
          <a:xfrm>
            <a:off x="45590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3"/>
          <p:cNvSpPr/>
          <p:nvPr/>
        </p:nvSpPr>
        <p:spPr>
          <a:xfrm>
            <a:off x="54015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3"/>
          <p:cNvSpPr/>
          <p:nvPr/>
        </p:nvSpPr>
        <p:spPr>
          <a:xfrm>
            <a:off x="62441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a:off x="87717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
          <p:cNvSpPr/>
          <p:nvPr/>
        </p:nvSpPr>
        <p:spPr>
          <a:xfrm>
            <a:off x="792919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3"/>
          <p:cNvSpPr/>
          <p:nvPr/>
        </p:nvSpPr>
        <p:spPr>
          <a:xfrm>
            <a:off x="104568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3"/>
          <p:cNvSpPr/>
          <p:nvPr/>
        </p:nvSpPr>
        <p:spPr>
          <a:xfrm>
            <a:off x="96142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
          <p:cNvSpPr/>
          <p:nvPr/>
        </p:nvSpPr>
        <p:spPr>
          <a:xfrm>
            <a:off x="112993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rot="-5400000">
            <a:off x="64427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p:nvPr/>
        </p:nvSpPr>
        <p:spPr>
          <a:xfrm>
            <a:off x="712049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
          <p:cNvSpPr/>
          <p:nvPr/>
        </p:nvSpPr>
        <p:spPr>
          <a:xfrm rot="-5400000">
            <a:off x="-148774" y="2795083"/>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3"/>
          <p:cNvSpPr/>
          <p:nvPr/>
        </p:nvSpPr>
        <p:spPr>
          <a:xfrm>
            <a:off x="37745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3"/>
          <p:cNvSpPr/>
          <p:nvPr/>
        </p:nvSpPr>
        <p:spPr>
          <a:xfrm rot="-5400000">
            <a:off x="13875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3"/>
          <p:cNvSpPr/>
          <p:nvPr/>
        </p:nvSpPr>
        <p:spPr>
          <a:xfrm rot="-5400000">
            <a:off x="22300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3"/>
          <p:cNvSpPr/>
          <p:nvPr/>
        </p:nvSpPr>
        <p:spPr>
          <a:xfrm rot="-5400000">
            <a:off x="307261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3"/>
          <p:cNvSpPr/>
          <p:nvPr/>
        </p:nvSpPr>
        <p:spPr>
          <a:xfrm rot="-5400000">
            <a:off x="391515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3"/>
          <p:cNvSpPr/>
          <p:nvPr/>
        </p:nvSpPr>
        <p:spPr>
          <a:xfrm rot="-5400000">
            <a:off x="47576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3"/>
          <p:cNvSpPr/>
          <p:nvPr/>
        </p:nvSpPr>
        <p:spPr>
          <a:xfrm rot="-5400000">
            <a:off x="56002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3"/>
          <p:cNvSpPr/>
          <p:nvPr/>
        </p:nvSpPr>
        <p:spPr>
          <a:xfrm>
            <a:off x="122033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3"/>
          <p:cNvSpPr/>
          <p:nvPr/>
        </p:nvSpPr>
        <p:spPr>
          <a:xfrm>
            <a:off x="206321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
          <p:cNvSpPr/>
          <p:nvPr/>
        </p:nvSpPr>
        <p:spPr>
          <a:xfrm>
            <a:off x="290609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p:nvPr/>
        </p:nvSpPr>
        <p:spPr>
          <a:xfrm>
            <a:off x="374897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
          <p:cNvSpPr/>
          <p:nvPr/>
        </p:nvSpPr>
        <p:spPr>
          <a:xfrm>
            <a:off x="459185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
          <p:cNvSpPr/>
          <p:nvPr/>
        </p:nvSpPr>
        <p:spPr>
          <a:xfrm>
            <a:off x="543473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3"/>
          <p:cNvSpPr/>
          <p:nvPr/>
        </p:nvSpPr>
        <p:spPr>
          <a:xfrm>
            <a:off x="627761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
          <p:cNvSpPr/>
          <p:nvPr/>
        </p:nvSpPr>
        <p:spPr>
          <a:xfrm rot="-5400000">
            <a:off x="812785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3"/>
          <p:cNvSpPr/>
          <p:nvPr/>
        </p:nvSpPr>
        <p:spPr>
          <a:xfrm>
            <a:off x="880625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
          <p:cNvSpPr/>
          <p:nvPr/>
        </p:nvSpPr>
        <p:spPr>
          <a:xfrm rot="-5400000">
            <a:off x="728531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3"/>
          <p:cNvSpPr/>
          <p:nvPr/>
        </p:nvSpPr>
        <p:spPr>
          <a:xfrm>
            <a:off x="796337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3"/>
          <p:cNvSpPr/>
          <p:nvPr/>
        </p:nvSpPr>
        <p:spPr>
          <a:xfrm rot="-5400000">
            <a:off x="98129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3"/>
          <p:cNvSpPr/>
          <p:nvPr/>
        </p:nvSpPr>
        <p:spPr>
          <a:xfrm>
            <a:off x="1049201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3"/>
          <p:cNvSpPr/>
          <p:nvPr/>
        </p:nvSpPr>
        <p:spPr>
          <a:xfrm rot="-5400000">
            <a:off x="89703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3"/>
          <p:cNvSpPr/>
          <p:nvPr/>
        </p:nvSpPr>
        <p:spPr>
          <a:xfrm>
            <a:off x="964913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3"/>
          <p:cNvSpPr/>
          <p:nvPr/>
        </p:nvSpPr>
        <p:spPr>
          <a:xfrm rot="-5400000">
            <a:off x="11498011"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3"/>
          <p:cNvSpPr/>
          <p:nvPr/>
        </p:nvSpPr>
        <p:spPr>
          <a:xfrm rot="-5400000">
            <a:off x="106554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3"/>
          <p:cNvSpPr/>
          <p:nvPr/>
        </p:nvSpPr>
        <p:spPr>
          <a:xfrm>
            <a:off x="11334899" y="2902626"/>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3"/>
          <p:cNvSpPr/>
          <p:nvPr/>
        </p:nvSpPr>
        <p:spPr>
          <a:xfrm rot="-5400000">
            <a:off x="5449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
          <p:cNvSpPr/>
          <p:nvPr/>
        </p:nvSpPr>
        <p:spPr>
          <a:xfrm>
            <a:off x="66645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7667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
          <p:cNvSpPr/>
          <p:nvPr/>
        </p:nvSpPr>
        <p:spPr>
          <a:xfrm>
            <a:off x="16092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
          <p:cNvSpPr/>
          <p:nvPr/>
        </p:nvSpPr>
        <p:spPr>
          <a:xfrm>
            <a:off x="24518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3"/>
          <p:cNvSpPr/>
          <p:nvPr/>
        </p:nvSpPr>
        <p:spPr>
          <a:xfrm>
            <a:off x="329435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3"/>
          <p:cNvSpPr/>
          <p:nvPr/>
        </p:nvSpPr>
        <p:spPr>
          <a:xfrm>
            <a:off x="413689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3"/>
          <p:cNvSpPr/>
          <p:nvPr/>
        </p:nvSpPr>
        <p:spPr>
          <a:xfrm>
            <a:off x="49794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3"/>
          <p:cNvSpPr/>
          <p:nvPr/>
        </p:nvSpPr>
        <p:spPr>
          <a:xfrm>
            <a:off x="58219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3"/>
          <p:cNvSpPr/>
          <p:nvPr/>
        </p:nvSpPr>
        <p:spPr>
          <a:xfrm>
            <a:off x="834959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p:nvPr/>
        </p:nvSpPr>
        <p:spPr>
          <a:xfrm>
            <a:off x="750705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100346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91921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11719750"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108772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rot="-5400000">
            <a:off x="60211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rot="-5400000">
            <a:off x="9659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rot="-5400000">
            <a:off x="18084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rot="-5400000">
            <a:off x="265102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rot="-5400000">
            <a:off x="349356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rot="-5400000">
            <a:off x="43361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rot="-5400000">
            <a:off x="51786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rot="-5400000">
            <a:off x="770626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rot="-5400000">
            <a:off x="686372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rot="-5400000">
            <a:off x="93913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rot="-5400000">
            <a:off x="85488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rot="-5400000">
            <a:off x="11076421"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rot="-5400000">
            <a:off x="102338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rot="-5400000">
            <a:off x="1234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rot="-5400000">
            <a:off x="11760002" y="3223930"/>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3"/>
          <p:cNvSpPr/>
          <p:nvPr/>
        </p:nvSpPr>
        <p:spPr>
          <a:xfrm>
            <a:off x="70866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3"/>
          <p:cNvSpPr/>
          <p:nvPr/>
        </p:nvSpPr>
        <p:spPr>
          <a:xfrm>
            <a:off x="3463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
          <p:cNvSpPr/>
          <p:nvPr/>
        </p:nvSpPr>
        <p:spPr>
          <a:xfrm>
            <a:off x="11888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
          <p:cNvSpPr/>
          <p:nvPr/>
        </p:nvSpPr>
        <p:spPr>
          <a:xfrm>
            <a:off x="20314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3"/>
          <p:cNvSpPr/>
          <p:nvPr/>
        </p:nvSpPr>
        <p:spPr>
          <a:xfrm>
            <a:off x="28739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371649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3"/>
          <p:cNvSpPr/>
          <p:nvPr/>
        </p:nvSpPr>
        <p:spPr>
          <a:xfrm>
            <a:off x="45590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3"/>
          <p:cNvSpPr/>
          <p:nvPr/>
        </p:nvSpPr>
        <p:spPr>
          <a:xfrm>
            <a:off x="54015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62441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3"/>
          <p:cNvSpPr/>
          <p:nvPr/>
        </p:nvSpPr>
        <p:spPr>
          <a:xfrm>
            <a:off x="87717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3"/>
          <p:cNvSpPr/>
          <p:nvPr/>
        </p:nvSpPr>
        <p:spPr>
          <a:xfrm>
            <a:off x="792919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3"/>
          <p:cNvSpPr/>
          <p:nvPr/>
        </p:nvSpPr>
        <p:spPr>
          <a:xfrm>
            <a:off x="104568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p:nvPr/>
        </p:nvSpPr>
        <p:spPr>
          <a:xfrm>
            <a:off x="96142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
          <p:cNvSpPr/>
          <p:nvPr/>
        </p:nvSpPr>
        <p:spPr>
          <a:xfrm>
            <a:off x="112993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
          <p:cNvSpPr/>
          <p:nvPr/>
        </p:nvSpPr>
        <p:spPr>
          <a:xfrm rot="-5400000">
            <a:off x="64427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3"/>
          <p:cNvSpPr/>
          <p:nvPr/>
        </p:nvSpPr>
        <p:spPr>
          <a:xfrm>
            <a:off x="712049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3"/>
          <p:cNvSpPr/>
          <p:nvPr/>
        </p:nvSpPr>
        <p:spPr>
          <a:xfrm rot="-5400000">
            <a:off x="-148774" y="3639262"/>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3"/>
          <p:cNvSpPr/>
          <p:nvPr/>
        </p:nvSpPr>
        <p:spPr>
          <a:xfrm>
            <a:off x="37745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3"/>
          <p:cNvSpPr/>
          <p:nvPr/>
        </p:nvSpPr>
        <p:spPr>
          <a:xfrm rot="-5400000">
            <a:off x="13875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3"/>
          <p:cNvSpPr/>
          <p:nvPr/>
        </p:nvSpPr>
        <p:spPr>
          <a:xfrm rot="-5400000">
            <a:off x="22300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rot="-5400000">
            <a:off x="307261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3"/>
          <p:cNvSpPr/>
          <p:nvPr/>
        </p:nvSpPr>
        <p:spPr>
          <a:xfrm rot="-5400000">
            <a:off x="391515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3"/>
          <p:cNvSpPr/>
          <p:nvPr/>
        </p:nvSpPr>
        <p:spPr>
          <a:xfrm rot="-5400000">
            <a:off x="47576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3"/>
          <p:cNvSpPr/>
          <p:nvPr/>
        </p:nvSpPr>
        <p:spPr>
          <a:xfrm rot="-5400000">
            <a:off x="56002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122033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
          <p:cNvSpPr/>
          <p:nvPr/>
        </p:nvSpPr>
        <p:spPr>
          <a:xfrm>
            <a:off x="206321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290609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374897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459185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543473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627761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3"/>
          <p:cNvSpPr/>
          <p:nvPr/>
        </p:nvSpPr>
        <p:spPr>
          <a:xfrm rot="-5400000">
            <a:off x="812785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3"/>
          <p:cNvSpPr/>
          <p:nvPr/>
        </p:nvSpPr>
        <p:spPr>
          <a:xfrm>
            <a:off x="880625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3"/>
          <p:cNvSpPr/>
          <p:nvPr/>
        </p:nvSpPr>
        <p:spPr>
          <a:xfrm rot="-5400000">
            <a:off x="728531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p:nvPr/>
        </p:nvSpPr>
        <p:spPr>
          <a:xfrm>
            <a:off x="796337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3"/>
          <p:cNvSpPr/>
          <p:nvPr/>
        </p:nvSpPr>
        <p:spPr>
          <a:xfrm rot="-5400000">
            <a:off x="98129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p:nvPr/>
        </p:nvSpPr>
        <p:spPr>
          <a:xfrm>
            <a:off x="1049201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p:nvPr/>
        </p:nvSpPr>
        <p:spPr>
          <a:xfrm rot="-5400000">
            <a:off x="89703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3"/>
          <p:cNvSpPr/>
          <p:nvPr/>
        </p:nvSpPr>
        <p:spPr>
          <a:xfrm>
            <a:off x="964913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3"/>
          <p:cNvSpPr/>
          <p:nvPr/>
        </p:nvSpPr>
        <p:spPr>
          <a:xfrm rot="-5400000">
            <a:off x="11498011"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3"/>
          <p:cNvSpPr/>
          <p:nvPr/>
        </p:nvSpPr>
        <p:spPr>
          <a:xfrm rot="-5400000">
            <a:off x="106554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3"/>
          <p:cNvSpPr/>
          <p:nvPr/>
        </p:nvSpPr>
        <p:spPr>
          <a:xfrm>
            <a:off x="11334899" y="3746805"/>
            <a:ext cx="100015" cy="100014"/>
          </a:xfrm>
          <a:prstGeom prst="ellipse">
            <a:avLst/>
          </a:prstGeom>
          <a:solidFill>
            <a:schemeClr val="lt1"/>
          </a:solidFill>
          <a:ln cap="flat" cmpd="sng" w="13950">
            <a:solidFill>
              <a:srgbClr val="CBA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3"/>
          <p:cNvSpPr/>
          <p:nvPr/>
        </p:nvSpPr>
        <p:spPr>
          <a:xfrm rot="-5400000">
            <a:off x="5449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3"/>
          <p:cNvSpPr/>
          <p:nvPr/>
        </p:nvSpPr>
        <p:spPr>
          <a:xfrm>
            <a:off x="66645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3"/>
          <p:cNvSpPr/>
          <p:nvPr/>
        </p:nvSpPr>
        <p:spPr>
          <a:xfrm>
            <a:off x="7667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3"/>
          <p:cNvSpPr/>
          <p:nvPr/>
        </p:nvSpPr>
        <p:spPr>
          <a:xfrm>
            <a:off x="16092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3"/>
          <p:cNvSpPr/>
          <p:nvPr/>
        </p:nvSpPr>
        <p:spPr>
          <a:xfrm>
            <a:off x="24518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3"/>
          <p:cNvSpPr/>
          <p:nvPr/>
        </p:nvSpPr>
        <p:spPr>
          <a:xfrm>
            <a:off x="329435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3"/>
          <p:cNvSpPr/>
          <p:nvPr/>
        </p:nvSpPr>
        <p:spPr>
          <a:xfrm>
            <a:off x="413689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3"/>
          <p:cNvSpPr/>
          <p:nvPr/>
        </p:nvSpPr>
        <p:spPr>
          <a:xfrm>
            <a:off x="49794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58219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3"/>
          <p:cNvSpPr/>
          <p:nvPr/>
        </p:nvSpPr>
        <p:spPr>
          <a:xfrm>
            <a:off x="834959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3"/>
          <p:cNvSpPr/>
          <p:nvPr/>
        </p:nvSpPr>
        <p:spPr>
          <a:xfrm>
            <a:off x="750705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3"/>
          <p:cNvSpPr/>
          <p:nvPr/>
        </p:nvSpPr>
        <p:spPr>
          <a:xfrm>
            <a:off x="100346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3"/>
          <p:cNvSpPr/>
          <p:nvPr/>
        </p:nvSpPr>
        <p:spPr>
          <a:xfrm>
            <a:off x="91921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3"/>
          <p:cNvSpPr/>
          <p:nvPr/>
        </p:nvSpPr>
        <p:spPr>
          <a:xfrm>
            <a:off x="11719750"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p:nvPr/>
        </p:nvSpPr>
        <p:spPr>
          <a:xfrm>
            <a:off x="108772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3"/>
          <p:cNvSpPr/>
          <p:nvPr/>
        </p:nvSpPr>
        <p:spPr>
          <a:xfrm rot="-5400000">
            <a:off x="60211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3"/>
          <p:cNvSpPr/>
          <p:nvPr/>
        </p:nvSpPr>
        <p:spPr>
          <a:xfrm rot="-5400000">
            <a:off x="9659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3"/>
          <p:cNvSpPr/>
          <p:nvPr/>
        </p:nvSpPr>
        <p:spPr>
          <a:xfrm rot="-5400000">
            <a:off x="18084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3"/>
          <p:cNvSpPr/>
          <p:nvPr/>
        </p:nvSpPr>
        <p:spPr>
          <a:xfrm rot="-5400000">
            <a:off x="265102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3"/>
          <p:cNvSpPr/>
          <p:nvPr/>
        </p:nvSpPr>
        <p:spPr>
          <a:xfrm rot="-5400000">
            <a:off x="349356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3"/>
          <p:cNvSpPr/>
          <p:nvPr/>
        </p:nvSpPr>
        <p:spPr>
          <a:xfrm rot="-5400000">
            <a:off x="43361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3"/>
          <p:cNvSpPr/>
          <p:nvPr/>
        </p:nvSpPr>
        <p:spPr>
          <a:xfrm rot="-5400000">
            <a:off x="51786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3"/>
          <p:cNvSpPr/>
          <p:nvPr/>
        </p:nvSpPr>
        <p:spPr>
          <a:xfrm rot="-5400000">
            <a:off x="770626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3"/>
          <p:cNvSpPr/>
          <p:nvPr/>
        </p:nvSpPr>
        <p:spPr>
          <a:xfrm rot="-5400000">
            <a:off x="686372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3"/>
          <p:cNvSpPr/>
          <p:nvPr/>
        </p:nvSpPr>
        <p:spPr>
          <a:xfrm rot="-5400000">
            <a:off x="93913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3"/>
          <p:cNvSpPr/>
          <p:nvPr/>
        </p:nvSpPr>
        <p:spPr>
          <a:xfrm rot="-5400000">
            <a:off x="85488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rot="-5400000">
            <a:off x="11076421"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3"/>
          <p:cNvSpPr/>
          <p:nvPr/>
        </p:nvSpPr>
        <p:spPr>
          <a:xfrm rot="-5400000">
            <a:off x="102338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3"/>
          <p:cNvSpPr/>
          <p:nvPr/>
        </p:nvSpPr>
        <p:spPr>
          <a:xfrm rot="-5400000">
            <a:off x="1234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3"/>
          <p:cNvSpPr/>
          <p:nvPr/>
        </p:nvSpPr>
        <p:spPr>
          <a:xfrm rot="-5400000">
            <a:off x="11760002" y="4069935"/>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3"/>
          <p:cNvSpPr/>
          <p:nvPr/>
        </p:nvSpPr>
        <p:spPr>
          <a:xfrm>
            <a:off x="70866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3"/>
          <p:cNvSpPr/>
          <p:nvPr/>
        </p:nvSpPr>
        <p:spPr>
          <a:xfrm>
            <a:off x="3463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3"/>
          <p:cNvSpPr/>
          <p:nvPr/>
        </p:nvSpPr>
        <p:spPr>
          <a:xfrm>
            <a:off x="11888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3"/>
          <p:cNvSpPr/>
          <p:nvPr/>
        </p:nvSpPr>
        <p:spPr>
          <a:xfrm>
            <a:off x="20314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3"/>
          <p:cNvSpPr/>
          <p:nvPr/>
        </p:nvSpPr>
        <p:spPr>
          <a:xfrm>
            <a:off x="28739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3"/>
          <p:cNvSpPr/>
          <p:nvPr/>
        </p:nvSpPr>
        <p:spPr>
          <a:xfrm>
            <a:off x="371649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3"/>
          <p:cNvSpPr/>
          <p:nvPr/>
        </p:nvSpPr>
        <p:spPr>
          <a:xfrm>
            <a:off x="45590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3"/>
          <p:cNvSpPr/>
          <p:nvPr/>
        </p:nvSpPr>
        <p:spPr>
          <a:xfrm>
            <a:off x="54015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3"/>
          <p:cNvSpPr/>
          <p:nvPr/>
        </p:nvSpPr>
        <p:spPr>
          <a:xfrm>
            <a:off x="62441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3"/>
          <p:cNvSpPr/>
          <p:nvPr/>
        </p:nvSpPr>
        <p:spPr>
          <a:xfrm>
            <a:off x="87717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3"/>
          <p:cNvSpPr/>
          <p:nvPr/>
        </p:nvSpPr>
        <p:spPr>
          <a:xfrm>
            <a:off x="792919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3"/>
          <p:cNvSpPr/>
          <p:nvPr/>
        </p:nvSpPr>
        <p:spPr>
          <a:xfrm>
            <a:off x="104568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3"/>
          <p:cNvSpPr/>
          <p:nvPr/>
        </p:nvSpPr>
        <p:spPr>
          <a:xfrm>
            <a:off x="96142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3"/>
          <p:cNvSpPr/>
          <p:nvPr/>
        </p:nvSpPr>
        <p:spPr>
          <a:xfrm>
            <a:off x="112993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3"/>
          <p:cNvSpPr/>
          <p:nvPr/>
        </p:nvSpPr>
        <p:spPr>
          <a:xfrm rot="-5400000">
            <a:off x="663614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3"/>
          <p:cNvSpPr/>
          <p:nvPr/>
        </p:nvSpPr>
        <p:spPr>
          <a:xfrm rot="-5400000">
            <a:off x="22905" y="4316257"/>
            <a:ext cx="232840" cy="278649"/>
          </a:xfrm>
          <a:custGeom>
            <a:rect b="b" l="l" r="r" t="t"/>
            <a:pathLst>
              <a:path extrusionOk="0" h="278649" w="232840">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3"/>
          <p:cNvSpPr/>
          <p:nvPr/>
        </p:nvSpPr>
        <p:spPr>
          <a:xfrm rot="-5400000">
            <a:off x="158090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3"/>
          <p:cNvSpPr/>
          <p:nvPr/>
        </p:nvSpPr>
        <p:spPr>
          <a:xfrm rot="-5400000">
            <a:off x="242344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3"/>
          <p:cNvSpPr/>
          <p:nvPr/>
        </p:nvSpPr>
        <p:spPr>
          <a:xfrm rot="-5400000">
            <a:off x="326598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3"/>
          <p:cNvSpPr/>
          <p:nvPr/>
        </p:nvSpPr>
        <p:spPr>
          <a:xfrm rot="-5400000">
            <a:off x="4108522" y="4185695"/>
            <a:ext cx="232840" cy="539773"/>
          </a:xfrm>
          <a:custGeom>
            <a:rect b="b" l="l" r="r" t="t"/>
            <a:pathLst>
              <a:path extrusionOk="0" h="539773" w="232840">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3"/>
          <p:cNvSpPr/>
          <p:nvPr/>
        </p:nvSpPr>
        <p:spPr>
          <a:xfrm rot="-5400000">
            <a:off x="495106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3"/>
          <p:cNvSpPr/>
          <p:nvPr/>
        </p:nvSpPr>
        <p:spPr>
          <a:xfrm rot="-5400000">
            <a:off x="579360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3"/>
          <p:cNvSpPr/>
          <p:nvPr/>
        </p:nvSpPr>
        <p:spPr>
          <a:xfrm rot="-5400000">
            <a:off x="832122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3"/>
          <p:cNvSpPr/>
          <p:nvPr/>
        </p:nvSpPr>
        <p:spPr>
          <a:xfrm rot="-5400000">
            <a:off x="747868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3"/>
          <p:cNvSpPr/>
          <p:nvPr/>
        </p:nvSpPr>
        <p:spPr>
          <a:xfrm rot="-5400000">
            <a:off x="1000630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3"/>
          <p:cNvSpPr/>
          <p:nvPr/>
        </p:nvSpPr>
        <p:spPr>
          <a:xfrm rot="-5400000">
            <a:off x="916376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3"/>
          <p:cNvSpPr/>
          <p:nvPr/>
        </p:nvSpPr>
        <p:spPr>
          <a:xfrm rot="-5400000">
            <a:off x="11691380"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3"/>
          <p:cNvSpPr/>
          <p:nvPr/>
        </p:nvSpPr>
        <p:spPr>
          <a:xfrm rot="-5400000">
            <a:off x="1084884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
          <p:cNvSpPr/>
          <p:nvPr/>
        </p:nvSpPr>
        <p:spPr>
          <a:xfrm rot="-5400000">
            <a:off x="733383"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CBA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3"/>
          <p:cNvSpPr/>
          <p:nvPr/>
        </p:nvSpPr>
        <p:spPr>
          <a:xfrm>
            <a:off x="812619" y="4561319"/>
            <a:ext cx="11030995" cy="10682"/>
          </a:xfrm>
          <a:custGeom>
            <a:rect b="b" l="l" r="r" t="t"/>
            <a:pathLst>
              <a:path extrusionOk="0" h="10682" w="11030995">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33"/>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466" name="Google Shape;466;p33"/>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7" name="Google Shape;467;p33"/>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33"/>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469" name="Google Shape;469;p33"/>
          <p:cNvCxnSpPr/>
          <p:nvPr/>
        </p:nvCxnSpPr>
        <p:spPr>
          <a:xfrm rot="10800000">
            <a:off x="8386842" y="5264106"/>
            <a:ext cx="0" cy="9144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0" name="Shape 470"/>
        <p:cNvGrpSpPr/>
        <p:nvPr/>
      </p:nvGrpSpPr>
      <p:grpSpPr>
        <a:xfrm>
          <a:off x="0" y="0"/>
          <a:ext cx="0" cy="0"/>
          <a:chOff x="0" y="0"/>
          <a:chExt cx="0" cy="0"/>
        </a:xfrm>
      </p:grpSpPr>
      <p:sp>
        <p:nvSpPr>
          <p:cNvPr id="471" name="Google Shape;471;p3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2" name="Google Shape;472;p34"/>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3" name="Google Shape;473;p34"/>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4" name="Google Shape;474;p34"/>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5" name="Google Shape;475;p34"/>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76" name="Shape 476"/>
        <p:cNvGrpSpPr/>
        <p:nvPr/>
      </p:nvGrpSpPr>
      <p:grpSpPr>
        <a:xfrm>
          <a:off x="0" y="0"/>
          <a:ext cx="0" cy="0"/>
          <a:chOff x="0" y="0"/>
          <a:chExt cx="0" cy="0"/>
        </a:xfrm>
      </p:grpSpPr>
      <p:grpSp>
        <p:nvGrpSpPr>
          <p:cNvPr id="477" name="Google Shape;477;p35"/>
          <p:cNvGrpSpPr/>
          <p:nvPr/>
        </p:nvGrpSpPr>
        <p:grpSpPr>
          <a:xfrm>
            <a:off x="0" y="420256"/>
            <a:ext cx="12188952" cy="3795497"/>
            <a:chOff x="0" y="420256"/>
            <a:chExt cx="12188952" cy="3795497"/>
          </a:xfrm>
        </p:grpSpPr>
        <p:cxnSp>
          <p:nvCxnSpPr>
            <p:cNvPr id="478" name="Google Shape;478;p35"/>
            <p:cNvCxnSpPr/>
            <p:nvPr/>
          </p:nvCxnSpPr>
          <p:spPr>
            <a:xfrm>
              <a:off x="0" y="4215753"/>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79" name="Google Shape;479;p35"/>
            <p:cNvCxnSpPr/>
            <p:nvPr/>
          </p:nvCxnSpPr>
          <p:spPr>
            <a:xfrm>
              <a:off x="0" y="3794032"/>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0" name="Google Shape;480;p35"/>
            <p:cNvCxnSpPr/>
            <p:nvPr/>
          </p:nvCxnSpPr>
          <p:spPr>
            <a:xfrm>
              <a:off x="0" y="3372310"/>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1" name="Google Shape;481;p35"/>
            <p:cNvCxnSpPr/>
            <p:nvPr/>
          </p:nvCxnSpPr>
          <p:spPr>
            <a:xfrm>
              <a:off x="0" y="2950588"/>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2" name="Google Shape;482;p35"/>
            <p:cNvCxnSpPr/>
            <p:nvPr/>
          </p:nvCxnSpPr>
          <p:spPr>
            <a:xfrm>
              <a:off x="0" y="2528866"/>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3" name="Google Shape;483;p35"/>
            <p:cNvCxnSpPr/>
            <p:nvPr/>
          </p:nvCxnSpPr>
          <p:spPr>
            <a:xfrm>
              <a:off x="0" y="2107144"/>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4" name="Google Shape;484;p35"/>
            <p:cNvCxnSpPr/>
            <p:nvPr/>
          </p:nvCxnSpPr>
          <p:spPr>
            <a:xfrm>
              <a:off x="0" y="1685422"/>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5" name="Google Shape;485;p35"/>
            <p:cNvCxnSpPr/>
            <p:nvPr/>
          </p:nvCxnSpPr>
          <p:spPr>
            <a:xfrm>
              <a:off x="0" y="1263700"/>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6" name="Google Shape;486;p35"/>
            <p:cNvCxnSpPr/>
            <p:nvPr/>
          </p:nvCxnSpPr>
          <p:spPr>
            <a:xfrm>
              <a:off x="0" y="841978"/>
              <a:ext cx="12188952" cy="0"/>
            </a:xfrm>
            <a:prstGeom prst="straightConnector1">
              <a:avLst/>
            </a:prstGeom>
            <a:noFill/>
            <a:ln cap="flat" cmpd="sng" w="13950">
              <a:solidFill>
                <a:srgbClr val="AB641D"/>
              </a:solidFill>
              <a:prstDash val="solid"/>
              <a:round/>
              <a:headEnd len="sm" w="sm" type="none"/>
              <a:tailEnd len="sm" w="sm" type="none"/>
            </a:ln>
          </p:spPr>
        </p:cxnSp>
        <p:cxnSp>
          <p:nvCxnSpPr>
            <p:cNvPr id="487" name="Google Shape;487;p35"/>
            <p:cNvCxnSpPr/>
            <p:nvPr/>
          </p:nvCxnSpPr>
          <p:spPr>
            <a:xfrm>
              <a:off x="0" y="420256"/>
              <a:ext cx="12188952" cy="0"/>
            </a:xfrm>
            <a:prstGeom prst="straightConnector1">
              <a:avLst/>
            </a:prstGeom>
            <a:noFill/>
            <a:ln cap="flat" cmpd="sng" w="13950">
              <a:solidFill>
                <a:srgbClr val="AB641D"/>
              </a:solidFill>
              <a:prstDash val="solid"/>
              <a:round/>
              <a:headEnd len="sm" w="sm" type="none"/>
              <a:tailEnd len="sm" w="sm" type="none"/>
            </a:ln>
          </p:spPr>
        </p:cxnSp>
      </p:grpSp>
      <p:sp>
        <p:nvSpPr>
          <p:cNvPr id="488" name="Google Shape;488;p35"/>
          <p:cNvSpPr/>
          <p:nvPr/>
        </p:nvSpPr>
        <p:spPr>
          <a:xfrm flipH="1" rot="8100000">
            <a:off x="9445819" y="-965459"/>
            <a:ext cx="13717" cy="6493220"/>
          </a:xfrm>
          <a:custGeom>
            <a:rect b="b" l="l" r="r" t="t"/>
            <a:pathLst>
              <a:path extrusionOk="0" h="6493220" w="13717">
                <a:moveTo>
                  <a:pt x="1" y="6493220"/>
                </a:moveTo>
                <a:lnTo>
                  <a:pt x="13717" y="6479504"/>
                </a:lnTo>
                <a:lnTo>
                  <a:pt x="13716" y="0"/>
                </a:lnTo>
                <a:lnTo>
                  <a:pt x="0" y="13716"/>
                </a:lnTo>
                <a:close/>
              </a:path>
            </a:pathLst>
          </a:custGeom>
          <a:solidFill>
            <a:srgbClr val="AB641D"/>
          </a:solidFill>
          <a:ln>
            <a:noFill/>
          </a:ln>
        </p:spPr>
      </p:sp>
      <p:sp>
        <p:nvSpPr>
          <p:cNvPr id="489" name="Google Shape;489;p35"/>
          <p:cNvSpPr/>
          <p:nvPr/>
        </p:nvSpPr>
        <p:spPr>
          <a:xfrm>
            <a:off x="0" y="0"/>
            <a:ext cx="11816540" cy="4572004"/>
          </a:xfrm>
          <a:custGeom>
            <a:rect b="b" l="l" r="r" t="t"/>
            <a:pathLst>
              <a:path extrusionOk="0" h="4572004" w="11816540">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rgbClr val="AB641D"/>
          </a:solidFill>
          <a:ln>
            <a:noFill/>
          </a:ln>
        </p:spPr>
      </p:sp>
      <p:sp>
        <p:nvSpPr>
          <p:cNvPr id="490" name="Google Shape;490;p35"/>
          <p:cNvSpPr/>
          <p:nvPr/>
        </p:nvSpPr>
        <p:spPr>
          <a:xfrm rot="2700000">
            <a:off x="2311242" y="-967047"/>
            <a:ext cx="13716" cy="6570294"/>
          </a:xfrm>
          <a:custGeom>
            <a:rect b="b" l="l" r="r" t="t"/>
            <a:pathLst>
              <a:path extrusionOk="0" h="6570294" w="13716">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rgbClr val="AB641D"/>
          </a:solidFill>
          <a:ln>
            <a:noFill/>
          </a:ln>
        </p:spPr>
      </p:sp>
      <p:sp>
        <p:nvSpPr>
          <p:cNvPr id="491" name="Google Shape;491;p35"/>
          <p:cNvSpPr/>
          <p:nvPr/>
        </p:nvSpPr>
        <p:spPr>
          <a:xfrm rot="2700000">
            <a:off x="3186527" y="-953751"/>
            <a:ext cx="13716" cy="6479503"/>
          </a:xfrm>
          <a:custGeom>
            <a:rect b="b" l="l" r="r" t="t"/>
            <a:pathLst>
              <a:path extrusionOk="0" h="6479503" w="13716">
                <a:moveTo>
                  <a:pt x="0" y="13716"/>
                </a:moveTo>
                <a:lnTo>
                  <a:pt x="13716" y="0"/>
                </a:lnTo>
                <a:lnTo>
                  <a:pt x="13716" y="6465786"/>
                </a:lnTo>
                <a:lnTo>
                  <a:pt x="0" y="6479503"/>
                </a:lnTo>
                <a:close/>
              </a:path>
            </a:pathLst>
          </a:custGeom>
          <a:solidFill>
            <a:srgbClr val="AB641D"/>
          </a:solidFill>
          <a:ln>
            <a:noFill/>
          </a:ln>
        </p:spPr>
      </p:sp>
      <p:sp>
        <p:nvSpPr>
          <p:cNvPr id="492" name="Google Shape;492;p35"/>
          <p:cNvSpPr/>
          <p:nvPr/>
        </p:nvSpPr>
        <p:spPr>
          <a:xfrm rot="2700000">
            <a:off x="4029713" y="-953750"/>
            <a:ext cx="13716" cy="6479503"/>
          </a:xfrm>
          <a:custGeom>
            <a:rect b="b" l="l" r="r" t="t"/>
            <a:pathLst>
              <a:path extrusionOk="0" h="6479503" w="13716">
                <a:moveTo>
                  <a:pt x="0" y="13716"/>
                </a:moveTo>
                <a:lnTo>
                  <a:pt x="13716" y="0"/>
                </a:lnTo>
                <a:lnTo>
                  <a:pt x="13716" y="6465787"/>
                </a:lnTo>
                <a:lnTo>
                  <a:pt x="0" y="6479503"/>
                </a:lnTo>
                <a:close/>
              </a:path>
            </a:pathLst>
          </a:custGeom>
          <a:solidFill>
            <a:srgbClr val="AB641D"/>
          </a:solidFill>
          <a:ln>
            <a:noFill/>
          </a:ln>
        </p:spPr>
      </p:sp>
      <p:sp>
        <p:nvSpPr>
          <p:cNvPr id="493" name="Google Shape;493;p35"/>
          <p:cNvSpPr/>
          <p:nvPr/>
        </p:nvSpPr>
        <p:spPr>
          <a:xfrm rot="2700000">
            <a:off x="4872899" y="-953750"/>
            <a:ext cx="13716" cy="6479503"/>
          </a:xfrm>
          <a:custGeom>
            <a:rect b="b" l="l" r="r" t="t"/>
            <a:pathLst>
              <a:path extrusionOk="0" h="6479503" w="13716">
                <a:moveTo>
                  <a:pt x="0" y="13716"/>
                </a:moveTo>
                <a:lnTo>
                  <a:pt x="13716" y="0"/>
                </a:lnTo>
                <a:lnTo>
                  <a:pt x="13716" y="6465786"/>
                </a:lnTo>
                <a:lnTo>
                  <a:pt x="0" y="6479503"/>
                </a:lnTo>
                <a:close/>
              </a:path>
            </a:pathLst>
          </a:custGeom>
          <a:solidFill>
            <a:srgbClr val="AB641D"/>
          </a:solidFill>
          <a:ln>
            <a:noFill/>
          </a:ln>
        </p:spPr>
      </p:sp>
      <p:sp>
        <p:nvSpPr>
          <p:cNvPr id="494" name="Google Shape;494;p35"/>
          <p:cNvSpPr/>
          <p:nvPr/>
        </p:nvSpPr>
        <p:spPr>
          <a:xfrm rot="2700000">
            <a:off x="5716086" y="-953749"/>
            <a:ext cx="13716" cy="6479501"/>
          </a:xfrm>
          <a:custGeom>
            <a:rect b="b" l="l" r="r" t="t"/>
            <a:pathLst>
              <a:path extrusionOk="0" h="6479501" w="13716">
                <a:moveTo>
                  <a:pt x="0" y="13716"/>
                </a:moveTo>
                <a:lnTo>
                  <a:pt x="13716" y="0"/>
                </a:lnTo>
                <a:lnTo>
                  <a:pt x="13716" y="6465785"/>
                </a:lnTo>
                <a:lnTo>
                  <a:pt x="0" y="6479501"/>
                </a:lnTo>
                <a:close/>
              </a:path>
            </a:pathLst>
          </a:custGeom>
          <a:solidFill>
            <a:srgbClr val="AB641D"/>
          </a:solidFill>
          <a:ln>
            <a:noFill/>
          </a:ln>
        </p:spPr>
      </p:sp>
      <p:sp>
        <p:nvSpPr>
          <p:cNvPr id="495" name="Google Shape;495;p35"/>
          <p:cNvSpPr/>
          <p:nvPr/>
        </p:nvSpPr>
        <p:spPr>
          <a:xfrm rot="2700000">
            <a:off x="6559272" y="-953750"/>
            <a:ext cx="13716" cy="6479502"/>
          </a:xfrm>
          <a:custGeom>
            <a:rect b="b" l="l" r="r" t="t"/>
            <a:pathLst>
              <a:path extrusionOk="0" h="6479502" w="13716">
                <a:moveTo>
                  <a:pt x="0" y="13716"/>
                </a:moveTo>
                <a:lnTo>
                  <a:pt x="13716" y="0"/>
                </a:lnTo>
                <a:lnTo>
                  <a:pt x="13715" y="6465787"/>
                </a:lnTo>
                <a:lnTo>
                  <a:pt x="0" y="6479502"/>
                </a:lnTo>
                <a:close/>
              </a:path>
            </a:pathLst>
          </a:custGeom>
          <a:solidFill>
            <a:srgbClr val="AB641D"/>
          </a:solidFill>
          <a:ln>
            <a:noFill/>
          </a:ln>
        </p:spPr>
      </p:sp>
      <p:sp>
        <p:nvSpPr>
          <p:cNvPr id="496" name="Google Shape;496;p35"/>
          <p:cNvSpPr/>
          <p:nvPr/>
        </p:nvSpPr>
        <p:spPr>
          <a:xfrm rot="2700000">
            <a:off x="7402457" y="-944051"/>
            <a:ext cx="13717" cy="6479502"/>
          </a:xfrm>
          <a:custGeom>
            <a:rect b="b" l="l" r="r" t="t"/>
            <a:pathLst>
              <a:path extrusionOk="0" h="6479502" w="13717">
                <a:moveTo>
                  <a:pt x="0" y="13716"/>
                </a:moveTo>
                <a:lnTo>
                  <a:pt x="13717" y="0"/>
                </a:lnTo>
                <a:lnTo>
                  <a:pt x="13716" y="6465787"/>
                </a:lnTo>
                <a:lnTo>
                  <a:pt x="1" y="6479502"/>
                </a:lnTo>
                <a:close/>
              </a:path>
            </a:pathLst>
          </a:custGeom>
          <a:solidFill>
            <a:srgbClr val="AB641D"/>
          </a:solidFill>
          <a:ln>
            <a:noFill/>
          </a:ln>
        </p:spPr>
      </p:sp>
      <p:sp>
        <p:nvSpPr>
          <p:cNvPr id="497" name="Google Shape;497;p35"/>
          <p:cNvSpPr/>
          <p:nvPr/>
        </p:nvSpPr>
        <p:spPr>
          <a:xfrm rot="2700000">
            <a:off x="8245644" y="-953750"/>
            <a:ext cx="13716" cy="6479502"/>
          </a:xfrm>
          <a:custGeom>
            <a:rect b="b" l="l" r="r" t="t"/>
            <a:pathLst>
              <a:path extrusionOk="0" h="6479502" w="13716">
                <a:moveTo>
                  <a:pt x="0" y="13716"/>
                </a:moveTo>
                <a:lnTo>
                  <a:pt x="13716" y="0"/>
                </a:lnTo>
                <a:lnTo>
                  <a:pt x="13715" y="6465787"/>
                </a:lnTo>
                <a:lnTo>
                  <a:pt x="0" y="6479502"/>
                </a:lnTo>
                <a:close/>
              </a:path>
            </a:pathLst>
          </a:custGeom>
          <a:solidFill>
            <a:srgbClr val="AB641D"/>
          </a:solidFill>
          <a:ln>
            <a:noFill/>
          </a:ln>
        </p:spPr>
      </p:sp>
      <p:sp>
        <p:nvSpPr>
          <p:cNvPr id="498" name="Google Shape;498;p35"/>
          <p:cNvSpPr/>
          <p:nvPr/>
        </p:nvSpPr>
        <p:spPr>
          <a:xfrm rot="2700000">
            <a:off x="9088831" y="-953750"/>
            <a:ext cx="13717" cy="6479503"/>
          </a:xfrm>
          <a:custGeom>
            <a:rect b="b" l="l" r="r" t="t"/>
            <a:pathLst>
              <a:path extrusionOk="0" h="6479503" w="13717">
                <a:moveTo>
                  <a:pt x="13717" y="0"/>
                </a:moveTo>
                <a:lnTo>
                  <a:pt x="13716" y="6465787"/>
                </a:lnTo>
                <a:lnTo>
                  <a:pt x="0" y="6479503"/>
                </a:lnTo>
                <a:lnTo>
                  <a:pt x="1" y="13717"/>
                </a:lnTo>
                <a:close/>
              </a:path>
            </a:pathLst>
          </a:custGeom>
          <a:solidFill>
            <a:srgbClr val="AB641D"/>
          </a:solidFill>
          <a:ln>
            <a:noFill/>
          </a:ln>
        </p:spPr>
      </p:sp>
      <p:sp>
        <p:nvSpPr>
          <p:cNvPr id="499" name="Google Shape;499;p35"/>
          <p:cNvSpPr/>
          <p:nvPr/>
        </p:nvSpPr>
        <p:spPr>
          <a:xfrm rot="2700000">
            <a:off x="9912896" y="-907596"/>
            <a:ext cx="13716" cy="6425429"/>
          </a:xfrm>
          <a:custGeom>
            <a:rect b="b" l="l" r="r" t="t"/>
            <a:pathLst>
              <a:path extrusionOk="0" h="6425429" w="13716">
                <a:moveTo>
                  <a:pt x="0" y="0"/>
                </a:moveTo>
                <a:lnTo>
                  <a:pt x="13716" y="13717"/>
                </a:lnTo>
                <a:lnTo>
                  <a:pt x="13716" y="6411713"/>
                </a:lnTo>
                <a:lnTo>
                  <a:pt x="0" y="6425429"/>
                </a:lnTo>
                <a:close/>
              </a:path>
            </a:pathLst>
          </a:custGeom>
          <a:solidFill>
            <a:srgbClr val="AB641D"/>
          </a:solidFill>
          <a:ln>
            <a:noFill/>
          </a:ln>
        </p:spPr>
      </p:sp>
      <p:sp>
        <p:nvSpPr>
          <p:cNvPr id="500" name="Google Shape;500;p35"/>
          <p:cNvSpPr/>
          <p:nvPr/>
        </p:nvSpPr>
        <p:spPr>
          <a:xfrm rot="2700000">
            <a:off x="10334491" y="110221"/>
            <a:ext cx="13717" cy="5232981"/>
          </a:xfrm>
          <a:custGeom>
            <a:rect b="b" l="l" r="r" t="t"/>
            <a:pathLst>
              <a:path extrusionOk="0" h="5232981" w="13717">
                <a:moveTo>
                  <a:pt x="0" y="0"/>
                </a:moveTo>
                <a:lnTo>
                  <a:pt x="13717" y="13716"/>
                </a:lnTo>
                <a:lnTo>
                  <a:pt x="13717" y="5219264"/>
                </a:lnTo>
                <a:lnTo>
                  <a:pt x="1" y="5232981"/>
                </a:lnTo>
                <a:close/>
              </a:path>
            </a:pathLst>
          </a:custGeom>
          <a:solidFill>
            <a:srgbClr val="AB641D"/>
          </a:solidFill>
          <a:ln>
            <a:noFill/>
          </a:ln>
        </p:spPr>
      </p:sp>
      <p:sp>
        <p:nvSpPr>
          <p:cNvPr id="501" name="Google Shape;501;p35"/>
          <p:cNvSpPr/>
          <p:nvPr/>
        </p:nvSpPr>
        <p:spPr>
          <a:xfrm rot="2700000">
            <a:off x="10756084" y="1128037"/>
            <a:ext cx="13716" cy="4040537"/>
          </a:xfrm>
          <a:custGeom>
            <a:rect b="b" l="l" r="r" t="t"/>
            <a:pathLst>
              <a:path extrusionOk="0" h="4040537" w="13716">
                <a:moveTo>
                  <a:pt x="0" y="0"/>
                </a:moveTo>
                <a:lnTo>
                  <a:pt x="13716" y="13716"/>
                </a:lnTo>
                <a:lnTo>
                  <a:pt x="13715" y="4026822"/>
                </a:lnTo>
                <a:lnTo>
                  <a:pt x="1" y="4040537"/>
                </a:lnTo>
                <a:close/>
              </a:path>
            </a:pathLst>
          </a:custGeom>
          <a:solidFill>
            <a:srgbClr val="AB641D"/>
          </a:solidFill>
          <a:ln>
            <a:noFill/>
          </a:ln>
        </p:spPr>
      </p:sp>
      <p:sp>
        <p:nvSpPr>
          <p:cNvPr id="502" name="Google Shape;502;p35"/>
          <p:cNvSpPr/>
          <p:nvPr/>
        </p:nvSpPr>
        <p:spPr>
          <a:xfrm rot="2700000">
            <a:off x="11177678" y="2145853"/>
            <a:ext cx="13716" cy="2848091"/>
          </a:xfrm>
          <a:custGeom>
            <a:rect b="b" l="l" r="r" t="t"/>
            <a:pathLst>
              <a:path extrusionOk="0" h="2848091" w="13716">
                <a:moveTo>
                  <a:pt x="0" y="0"/>
                </a:moveTo>
                <a:lnTo>
                  <a:pt x="13716" y="13716"/>
                </a:lnTo>
                <a:lnTo>
                  <a:pt x="13715" y="2834375"/>
                </a:lnTo>
                <a:lnTo>
                  <a:pt x="0" y="2848091"/>
                </a:lnTo>
                <a:close/>
              </a:path>
            </a:pathLst>
          </a:custGeom>
          <a:solidFill>
            <a:srgbClr val="AB641D"/>
          </a:solidFill>
          <a:ln>
            <a:noFill/>
          </a:ln>
        </p:spPr>
      </p:sp>
      <p:sp>
        <p:nvSpPr>
          <p:cNvPr id="503" name="Google Shape;503;p35"/>
          <p:cNvSpPr/>
          <p:nvPr/>
        </p:nvSpPr>
        <p:spPr>
          <a:xfrm rot="2700000">
            <a:off x="11599272" y="3163669"/>
            <a:ext cx="13715" cy="1655644"/>
          </a:xfrm>
          <a:custGeom>
            <a:rect b="b" l="l" r="r" t="t"/>
            <a:pathLst>
              <a:path extrusionOk="0" h="1655644" w="13715">
                <a:moveTo>
                  <a:pt x="0" y="0"/>
                </a:moveTo>
                <a:lnTo>
                  <a:pt x="13715" y="13716"/>
                </a:lnTo>
                <a:lnTo>
                  <a:pt x="13715" y="1641929"/>
                </a:lnTo>
                <a:lnTo>
                  <a:pt x="0" y="1655644"/>
                </a:lnTo>
                <a:close/>
              </a:path>
            </a:pathLst>
          </a:custGeom>
          <a:solidFill>
            <a:srgbClr val="AB641D"/>
          </a:solidFill>
          <a:ln>
            <a:noFill/>
          </a:ln>
        </p:spPr>
      </p:sp>
      <p:sp>
        <p:nvSpPr>
          <p:cNvPr id="504" name="Google Shape;504;p35"/>
          <p:cNvSpPr/>
          <p:nvPr/>
        </p:nvSpPr>
        <p:spPr>
          <a:xfrm rot="2700000">
            <a:off x="12020868" y="4181493"/>
            <a:ext cx="13715" cy="463189"/>
          </a:xfrm>
          <a:custGeom>
            <a:rect b="b" l="l" r="r" t="t"/>
            <a:pathLst>
              <a:path extrusionOk="0" h="463189" w="13715">
                <a:moveTo>
                  <a:pt x="1" y="0"/>
                </a:moveTo>
                <a:lnTo>
                  <a:pt x="13715" y="13716"/>
                </a:lnTo>
                <a:lnTo>
                  <a:pt x="13715" y="449474"/>
                </a:lnTo>
                <a:lnTo>
                  <a:pt x="0" y="463189"/>
                </a:lnTo>
                <a:close/>
              </a:path>
            </a:pathLst>
          </a:custGeom>
          <a:solidFill>
            <a:srgbClr val="AB641D"/>
          </a:solidFill>
          <a:ln>
            <a:noFill/>
          </a:ln>
        </p:spPr>
      </p:sp>
      <p:sp>
        <p:nvSpPr>
          <p:cNvPr id="505" name="Google Shape;505;p35"/>
          <p:cNvSpPr/>
          <p:nvPr/>
        </p:nvSpPr>
        <p:spPr>
          <a:xfrm rot="2700000">
            <a:off x="203277" y="-93899"/>
            <a:ext cx="13716" cy="608068"/>
          </a:xfrm>
          <a:custGeom>
            <a:rect b="b" l="l" r="r" t="t"/>
            <a:pathLst>
              <a:path extrusionOk="0" h="608068" w="13716">
                <a:moveTo>
                  <a:pt x="0" y="13716"/>
                </a:moveTo>
                <a:lnTo>
                  <a:pt x="13716" y="0"/>
                </a:lnTo>
                <a:lnTo>
                  <a:pt x="13716" y="608068"/>
                </a:lnTo>
                <a:lnTo>
                  <a:pt x="0" y="594352"/>
                </a:lnTo>
                <a:close/>
              </a:path>
            </a:pathLst>
          </a:custGeom>
          <a:solidFill>
            <a:srgbClr val="AB641D"/>
          </a:solidFill>
          <a:ln>
            <a:noFill/>
          </a:ln>
        </p:spPr>
      </p:sp>
      <p:sp>
        <p:nvSpPr>
          <p:cNvPr id="506" name="Google Shape;506;p35"/>
          <p:cNvSpPr/>
          <p:nvPr/>
        </p:nvSpPr>
        <p:spPr>
          <a:xfrm rot="2700000">
            <a:off x="624870" y="-268529"/>
            <a:ext cx="13716" cy="1800514"/>
          </a:xfrm>
          <a:custGeom>
            <a:rect b="b" l="l" r="r" t="t"/>
            <a:pathLst>
              <a:path extrusionOk="0" h="1800514" w="13716">
                <a:moveTo>
                  <a:pt x="0" y="13716"/>
                </a:moveTo>
                <a:lnTo>
                  <a:pt x="13716" y="0"/>
                </a:lnTo>
                <a:lnTo>
                  <a:pt x="13716" y="1800514"/>
                </a:lnTo>
                <a:lnTo>
                  <a:pt x="0" y="1786798"/>
                </a:lnTo>
                <a:close/>
              </a:path>
            </a:pathLst>
          </a:custGeom>
          <a:solidFill>
            <a:srgbClr val="AB641D"/>
          </a:solidFill>
          <a:ln>
            <a:noFill/>
          </a:ln>
        </p:spPr>
      </p:sp>
      <p:sp>
        <p:nvSpPr>
          <p:cNvPr id="507" name="Google Shape;507;p35"/>
          <p:cNvSpPr/>
          <p:nvPr/>
        </p:nvSpPr>
        <p:spPr>
          <a:xfrm rot="2700000">
            <a:off x="1046463" y="-443158"/>
            <a:ext cx="13716" cy="2992958"/>
          </a:xfrm>
          <a:custGeom>
            <a:rect b="b" l="l" r="r" t="t"/>
            <a:pathLst>
              <a:path extrusionOk="0" h="2992958" w="13716">
                <a:moveTo>
                  <a:pt x="0" y="13716"/>
                </a:moveTo>
                <a:lnTo>
                  <a:pt x="13716" y="0"/>
                </a:lnTo>
                <a:lnTo>
                  <a:pt x="13716" y="2992958"/>
                </a:lnTo>
                <a:lnTo>
                  <a:pt x="0" y="2979242"/>
                </a:lnTo>
                <a:close/>
              </a:path>
            </a:pathLst>
          </a:custGeom>
          <a:solidFill>
            <a:srgbClr val="AB641D"/>
          </a:solidFill>
          <a:ln>
            <a:noFill/>
          </a:ln>
        </p:spPr>
      </p:sp>
      <p:sp>
        <p:nvSpPr>
          <p:cNvPr id="508" name="Google Shape;508;p35"/>
          <p:cNvSpPr/>
          <p:nvPr/>
        </p:nvSpPr>
        <p:spPr>
          <a:xfrm rot="2700000">
            <a:off x="1468056" y="-617788"/>
            <a:ext cx="13716" cy="4185404"/>
          </a:xfrm>
          <a:custGeom>
            <a:rect b="b" l="l" r="r" t="t"/>
            <a:pathLst>
              <a:path extrusionOk="0" h="4185404" w="13716">
                <a:moveTo>
                  <a:pt x="0" y="13716"/>
                </a:moveTo>
                <a:lnTo>
                  <a:pt x="13716" y="0"/>
                </a:lnTo>
                <a:lnTo>
                  <a:pt x="13716" y="4185404"/>
                </a:lnTo>
                <a:lnTo>
                  <a:pt x="0" y="4171688"/>
                </a:lnTo>
                <a:close/>
              </a:path>
            </a:pathLst>
          </a:custGeom>
          <a:solidFill>
            <a:srgbClr val="AB641D"/>
          </a:solidFill>
          <a:ln>
            <a:noFill/>
          </a:ln>
        </p:spPr>
      </p:sp>
      <p:sp>
        <p:nvSpPr>
          <p:cNvPr id="509" name="Google Shape;509;p35"/>
          <p:cNvSpPr/>
          <p:nvPr/>
        </p:nvSpPr>
        <p:spPr>
          <a:xfrm rot="2700000">
            <a:off x="1889649" y="-792416"/>
            <a:ext cx="13716" cy="5377849"/>
          </a:xfrm>
          <a:custGeom>
            <a:rect b="b" l="l" r="r" t="t"/>
            <a:pathLst>
              <a:path extrusionOk="0" h="5377849" w="13716">
                <a:moveTo>
                  <a:pt x="0" y="13716"/>
                </a:moveTo>
                <a:lnTo>
                  <a:pt x="13716" y="0"/>
                </a:lnTo>
                <a:lnTo>
                  <a:pt x="13716" y="5377849"/>
                </a:lnTo>
                <a:lnTo>
                  <a:pt x="0" y="5364133"/>
                </a:lnTo>
                <a:close/>
              </a:path>
            </a:pathLst>
          </a:custGeom>
          <a:solidFill>
            <a:srgbClr val="AB641D"/>
          </a:solidFill>
          <a:ln>
            <a:noFill/>
          </a:ln>
        </p:spPr>
      </p:sp>
      <p:sp>
        <p:nvSpPr>
          <p:cNvPr id="510" name="Google Shape;510;p35"/>
          <p:cNvSpPr/>
          <p:nvPr/>
        </p:nvSpPr>
        <p:spPr>
          <a:xfrm flipH="1" rot="8100000">
            <a:off x="2070569" y="-450209"/>
            <a:ext cx="13716" cy="5889566"/>
          </a:xfrm>
          <a:custGeom>
            <a:rect b="b" l="l" r="r" t="t"/>
            <a:pathLst>
              <a:path extrusionOk="0" h="5889566" w="13716">
                <a:moveTo>
                  <a:pt x="13716" y="5889566"/>
                </a:moveTo>
                <a:lnTo>
                  <a:pt x="13716" y="0"/>
                </a:lnTo>
                <a:lnTo>
                  <a:pt x="0" y="13716"/>
                </a:lnTo>
                <a:lnTo>
                  <a:pt x="0" y="5875850"/>
                </a:lnTo>
                <a:close/>
              </a:path>
            </a:pathLst>
          </a:custGeom>
          <a:solidFill>
            <a:srgbClr val="AB641D"/>
          </a:solidFill>
          <a:ln>
            <a:noFill/>
          </a:ln>
        </p:spPr>
      </p:sp>
      <p:sp>
        <p:nvSpPr>
          <p:cNvPr id="511" name="Google Shape;511;p35"/>
          <p:cNvSpPr/>
          <p:nvPr/>
        </p:nvSpPr>
        <p:spPr>
          <a:xfrm flipH="1" rot="8100000">
            <a:off x="1648976" y="567610"/>
            <a:ext cx="13716" cy="4697119"/>
          </a:xfrm>
          <a:custGeom>
            <a:rect b="b" l="l" r="r" t="t"/>
            <a:pathLst>
              <a:path extrusionOk="0" h="4697119" w="13716">
                <a:moveTo>
                  <a:pt x="13716" y="4697119"/>
                </a:moveTo>
                <a:lnTo>
                  <a:pt x="13716" y="0"/>
                </a:lnTo>
                <a:lnTo>
                  <a:pt x="0" y="13716"/>
                </a:lnTo>
                <a:lnTo>
                  <a:pt x="0" y="4683403"/>
                </a:lnTo>
                <a:close/>
              </a:path>
            </a:pathLst>
          </a:custGeom>
          <a:solidFill>
            <a:srgbClr val="AB641D"/>
          </a:solidFill>
          <a:ln>
            <a:noFill/>
          </a:ln>
        </p:spPr>
      </p:sp>
      <p:sp>
        <p:nvSpPr>
          <p:cNvPr id="512" name="Google Shape;512;p35"/>
          <p:cNvSpPr/>
          <p:nvPr/>
        </p:nvSpPr>
        <p:spPr>
          <a:xfrm flipH="1" rot="8100000">
            <a:off x="1227383" y="1585424"/>
            <a:ext cx="13716" cy="3504674"/>
          </a:xfrm>
          <a:custGeom>
            <a:rect b="b" l="l" r="r" t="t"/>
            <a:pathLst>
              <a:path extrusionOk="0" h="3504674" w="13716">
                <a:moveTo>
                  <a:pt x="13716" y="3504674"/>
                </a:moveTo>
                <a:lnTo>
                  <a:pt x="13716" y="0"/>
                </a:lnTo>
                <a:lnTo>
                  <a:pt x="0" y="13716"/>
                </a:lnTo>
                <a:lnTo>
                  <a:pt x="0" y="3490958"/>
                </a:lnTo>
                <a:close/>
              </a:path>
            </a:pathLst>
          </a:custGeom>
          <a:solidFill>
            <a:srgbClr val="AB641D"/>
          </a:solidFill>
          <a:ln>
            <a:noFill/>
          </a:ln>
        </p:spPr>
      </p:sp>
      <p:sp>
        <p:nvSpPr>
          <p:cNvPr id="513" name="Google Shape;513;p35"/>
          <p:cNvSpPr/>
          <p:nvPr/>
        </p:nvSpPr>
        <p:spPr>
          <a:xfrm flipH="1" rot="8100000">
            <a:off x="805790" y="2603242"/>
            <a:ext cx="13716" cy="2312226"/>
          </a:xfrm>
          <a:custGeom>
            <a:rect b="b" l="l" r="r" t="t"/>
            <a:pathLst>
              <a:path extrusionOk="0" h="2312226" w="13716">
                <a:moveTo>
                  <a:pt x="13716" y="2312226"/>
                </a:moveTo>
                <a:lnTo>
                  <a:pt x="13716" y="0"/>
                </a:lnTo>
                <a:lnTo>
                  <a:pt x="0" y="13716"/>
                </a:lnTo>
                <a:lnTo>
                  <a:pt x="0" y="2298510"/>
                </a:lnTo>
                <a:close/>
              </a:path>
            </a:pathLst>
          </a:custGeom>
          <a:solidFill>
            <a:srgbClr val="AB641D"/>
          </a:solidFill>
          <a:ln>
            <a:noFill/>
          </a:ln>
        </p:spPr>
      </p:sp>
      <p:sp>
        <p:nvSpPr>
          <p:cNvPr id="514" name="Google Shape;514;p35"/>
          <p:cNvSpPr/>
          <p:nvPr/>
        </p:nvSpPr>
        <p:spPr>
          <a:xfrm flipH="1" rot="8100000">
            <a:off x="384198" y="3621057"/>
            <a:ext cx="13716" cy="1119782"/>
          </a:xfrm>
          <a:custGeom>
            <a:rect b="b" l="l" r="r" t="t"/>
            <a:pathLst>
              <a:path extrusionOk="0" h="1119782" w="13716">
                <a:moveTo>
                  <a:pt x="13716" y="1119782"/>
                </a:moveTo>
                <a:lnTo>
                  <a:pt x="13716" y="0"/>
                </a:lnTo>
                <a:lnTo>
                  <a:pt x="0" y="13716"/>
                </a:lnTo>
                <a:lnTo>
                  <a:pt x="0" y="1106066"/>
                </a:lnTo>
                <a:close/>
              </a:path>
            </a:pathLst>
          </a:custGeom>
          <a:solidFill>
            <a:srgbClr val="AB641D"/>
          </a:solidFill>
          <a:ln>
            <a:noFill/>
          </a:ln>
        </p:spPr>
      </p:sp>
      <p:sp>
        <p:nvSpPr>
          <p:cNvPr id="515" name="Google Shape;515;p35"/>
          <p:cNvSpPr/>
          <p:nvPr/>
        </p:nvSpPr>
        <p:spPr>
          <a:xfrm flipH="1" rot="8100000">
            <a:off x="2705180" y="-953749"/>
            <a:ext cx="13716" cy="6479500"/>
          </a:xfrm>
          <a:custGeom>
            <a:rect b="b" l="l" r="r" t="t"/>
            <a:pathLst>
              <a:path extrusionOk="0" h="6479500" w="13716">
                <a:moveTo>
                  <a:pt x="0" y="6479500"/>
                </a:moveTo>
                <a:lnTo>
                  <a:pt x="13716" y="6465784"/>
                </a:lnTo>
                <a:lnTo>
                  <a:pt x="13716" y="0"/>
                </a:lnTo>
                <a:lnTo>
                  <a:pt x="0" y="13716"/>
                </a:lnTo>
                <a:close/>
              </a:path>
            </a:pathLst>
          </a:custGeom>
          <a:solidFill>
            <a:srgbClr val="AB641D"/>
          </a:solidFill>
          <a:ln>
            <a:noFill/>
          </a:ln>
        </p:spPr>
      </p:sp>
      <p:sp>
        <p:nvSpPr>
          <p:cNvPr id="516" name="Google Shape;516;p35"/>
          <p:cNvSpPr/>
          <p:nvPr/>
        </p:nvSpPr>
        <p:spPr>
          <a:xfrm flipH="1" rot="8100000">
            <a:off x="4391552" y="-953749"/>
            <a:ext cx="13716" cy="6479500"/>
          </a:xfrm>
          <a:custGeom>
            <a:rect b="b" l="l" r="r" t="t"/>
            <a:pathLst>
              <a:path extrusionOk="0" h="6479500" w="13716">
                <a:moveTo>
                  <a:pt x="0" y="6479500"/>
                </a:moveTo>
                <a:lnTo>
                  <a:pt x="13716" y="6465784"/>
                </a:lnTo>
                <a:lnTo>
                  <a:pt x="13716" y="0"/>
                </a:lnTo>
                <a:lnTo>
                  <a:pt x="0" y="13715"/>
                </a:lnTo>
                <a:close/>
              </a:path>
            </a:pathLst>
          </a:custGeom>
          <a:solidFill>
            <a:srgbClr val="AB641D"/>
          </a:solidFill>
          <a:ln>
            <a:noFill/>
          </a:ln>
        </p:spPr>
      </p:sp>
      <p:sp>
        <p:nvSpPr>
          <p:cNvPr id="517" name="Google Shape;517;p35"/>
          <p:cNvSpPr/>
          <p:nvPr/>
        </p:nvSpPr>
        <p:spPr>
          <a:xfrm flipH="1" rot="8100000">
            <a:off x="6077925" y="-953749"/>
            <a:ext cx="13716" cy="6479501"/>
          </a:xfrm>
          <a:custGeom>
            <a:rect b="b" l="l" r="r" t="t"/>
            <a:pathLst>
              <a:path extrusionOk="0" h="6479501" w="13716">
                <a:moveTo>
                  <a:pt x="0" y="6479501"/>
                </a:moveTo>
                <a:lnTo>
                  <a:pt x="13716" y="6465785"/>
                </a:lnTo>
                <a:lnTo>
                  <a:pt x="13716" y="0"/>
                </a:lnTo>
                <a:lnTo>
                  <a:pt x="0" y="13716"/>
                </a:lnTo>
                <a:close/>
              </a:path>
            </a:pathLst>
          </a:custGeom>
          <a:solidFill>
            <a:srgbClr val="AB641D"/>
          </a:solidFill>
          <a:ln>
            <a:noFill/>
          </a:ln>
        </p:spPr>
      </p:sp>
      <p:sp>
        <p:nvSpPr>
          <p:cNvPr id="518" name="Google Shape;518;p35"/>
          <p:cNvSpPr/>
          <p:nvPr/>
        </p:nvSpPr>
        <p:spPr>
          <a:xfrm flipH="1" rot="8100000">
            <a:off x="6916261" y="-965458"/>
            <a:ext cx="13716" cy="6493219"/>
          </a:xfrm>
          <a:custGeom>
            <a:rect b="b" l="l" r="r" t="t"/>
            <a:pathLst>
              <a:path extrusionOk="0" h="6493219" w="13716">
                <a:moveTo>
                  <a:pt x="13716" y="6479504"/>
                </a:moveTo>
                <a:lnTo>
                  <a:pt x="13716" y="0"/>
                </a:lnTo>
                <a:lnTo>
                  <a:pt x="0" y="13717"/>
                </a:lnTo>
                <a:lnTo>
                  <a:pt x="0" y="6493219"/>
                </a:lnTo>
                <a:close/>
              </a:path>
            </a:pathLst>
          </a:custGeom>
          <a:solidFill>
            <a:srgbClr val="AB641D"/>
          </a:solidFill>
          <a:ln>
            <a:noFill/>
          </a:ln>
        </p:spPr>
      </p:sp>
      <p:sp>
        <p:nvSpPr>
          <p:cNvPr id="519" name="Google Shape;519;p35"/>
          <p:cNvSpPr/>
          <p:nvPr/>
        </p:nvSpPr>
        <p:spPr>
          <a:xfrm flipH="1" rot="8100000">
            <a:off x="7759447" y="-965458"/>
            <a:ext cx="13717" cy="6493219"/>
          </a:xfrm>
          <a:custGeom>
            <a:rect b="b" l="l" r="r" t="t"/>
            <a:pathLst>
              <a:path extrusionOk="0" h="6493219" w="13717">
                <a:moveTo>
                  <a:pt x="0" y="6493219"/>
                </a:moveTo>
                <a:lnTo>
                  <a:pt x="13716" y="6479502"/>
                </a:lnTo>
                <a:lnTo>
                  <a:pt x="13717" y="0"/>
                </a:lnTo>
                <a:lnTo>
                  <a:pt x="0" y="13716"/>
                </a:lnTo>
                <a:close/>
              </a:path>
            </a:pathLst>
          </a:custGeom>
          <a:solidFill>
            <a:srgbClr val="AB641D"/>
          </a:solidFill>
          <a:ln>
            <a:noFill/>
          </a:ln>
        </p:spPr>
      </p:sp>
      <p:sp>
        <p:nvSpPr>
          <p:cNvPr id="520" name="Google Shape;520;p35"/>
          <p:cNvSpPr/>
          <p:nvPr/>
        </p:nvSpPr>
        <p:spPr>
          <a:xfrm flipH="1" rot="8100000">
            <a:off x="8602633" y="-965458"/>
            <a:ext cx="13716" cy="6493219"/>
          </a:xfrm>
          <a:custGeom>
            <a:rect b="b" l="l" r="r" t="t"/>
            <a:pathLst>
              <a:path extrusionOk="0" h="6493219" w="13716">
                <a:moveTo>
                  <a:pt x="13716" y="6479504"/>
                </a:moveTo>
                <a:lnTo>
                  <a:pt x="13716" y="0"/>
                </a:lnTo>
                <a:lnTo>
                  <a:pt x="0" y="13716"/>
                </a:lnTo>
                <a:lnTo>
                  <a:pt x="0" y="6493219"/>
                </a:lnTo>
                <a:close/>
              </a:path>
            </a:pathLst>
          </a:custGeom>
          <a:solidFill>
            <a:srgbClr val="AB641D"/>
          </a:solidFill>
          <a:ln>
            <a:noFill/>
          </a:ln>
        </p:spPr>
      </p:sp>
      <p:sp>
        <p:nvSpPr>
          <p:cNvPr id="521" name="Google Shape;521;p35"/>
          <p:cNvSpPr/>
          <p:nvPr/>
        </p:nvSpPr>
        <p:spPr>
          <a:xfrm flipH="1" rot="8100000">
            <a:off x="10088968" y="-882602"/>
            <a:ext cx="13716" cy="5927431"/>
          </a:xfrm>
          <a:custGeom>
            <a:rect b="b" l="l" r="r" t="t"/>
            <a:pathLst>
              <a:path extrusionOk="0" h="5927431" w="13716">
                <a:moveTo>
                  <a:pt x="0" y="5927431"/>
                </a:moveTo>
                <a:lnTo>
                  <a:pt x="13715" y="5913716"/>
                </a:lnTo>
                <a:lnTo>
                  <a:pt x="13716" y="13716"/>
                </a:lnTo>
                <a:lnTo>
                  <a:pt x="0" y="0"/>
                </a:lnTo>
                <a:close/>
              </a:path>
            </a:pathLst>
          </a:custGeom>
          <a:solidFill>
            <a:srgbClr val="AB641D"/>
          </a:solidFill>
          <a:ln>
            <a:noFill/>
          </a:ln>
        </p:spPr>
      </p:sp>
      <p:sp>
        <p:nvSpPr>
          <p:cNvPr id="522" name="Google Shape;522;p35"/>
          <p:cNvSpPr/>
          <p:nvPr/>
        </p:nvSpPr>
        <p:spPr>
          <a:xfrm flipH="1" rot="8100000">
            <a:off x="10510562" y="-707971"/>
            <a:ext cx="13716" cy="4734985"/>
          </a:xfrm>
          <a:custGeom>
            <a:rect b="b" l="l" r="r" t="t"/>
            <a:pathLst>
              <a:path extrusionOk="0" h="4734985" w="13716">
                <a:moveTo>
                  <a:pt x="0" y="4734985"/>
                </a:moveTo>
                <a:lnTo>
                  <a:pt x="13715" y="4721270"/>
                </a:lnTo>
                <a:lnTo>
                  <a:pt x="13716" y="13715"/>
                </a:lnTo>
                <a:lnTo>
                  <a:pt x="0" y="0"/>
                </a:lnTo>
                <a:close/>
              </a:path>
            </a:pathLst>
          </a:custGeom>
          <a:solidFill>
            <a:srgbClr val="AB641D"/>
          </a:solidFill>
          <a:ln>
            <a:noFill/>
          </a:ln>
        </p:spPr>
      </p:sp>
      <p:sp>
        <p:nvSpPr>
          <p:cNvPr id="523" name="Google Shape;523;p35"/>
          <p:cNvSpPr/>
          <p:nvPr/>
        </p:nvSpPr>
        <p:spPr>
          <a:xfrm flipH="1" rot="8100000">
            <a:off x="10932155" y="-533342"/>
            <a:ext cx="13716" cy="3542540"/>
          </a:xfrm>
          <a:custGeom>
            <a:rect b="b" l="l" r="r" t="t"/>
            <a:pathLst>
              <a:path extrusionOk="0" h="3542540" w="13716">
                <a:moveTo>
                  <a:pt x="0" y="3542540"/>
                </a:moveTo>
                <a:lnTo>
                  <a:pt x="13715" y="3528825"/>
                </a:lnTo>
                <a:lnTo>
                  <a:pt x="13716" y="13716"/>
                </a:lnTo>
                <a:lnTo>
                  <a:pt x="0" y="0"/>
                </a:lnTo>
                <a:close/>
              </a:path>
            </a:pathLst>
          </a:custGeom>
          <a:solidFill>
            <a:srgbClr val="AB641D"/>
          </a:solidFill>
          <a:ln>
            <a:noFill/>
          </a:ln>
        </p:spPr>
      </p:sp>
      <p:sp>
        <p:nvSpPr>
          <p:cNvPr id="524" name="Google Shape;524;p35"/>
          <p:cNvSpPr/>
          <p:nvPr/>
        </p:nvSpPr>
        <p:spPr>
          <a:xfrm flipH="1" rot="8100000">
            <a:off x="11353748" y="-358712"/>
            <a:ext cx="13716" cy="2350095"/>
          </a:xfrm>
          <a:custGeom>
            <a:rect b="b" l="l" r="r" t="t"/>
            <a:pathLst>
              <a:path extrusionOk="0" h="2350095" w="13716">
                <a:moveTo>
                  <a:pt x="0" y="2350095"/>
                </a:moveTo>
                <a:lnTo>
                  <a:pt x="13715" y="2336380"/>
                </a:lnTo>
                <a:lnTo>
                  <a:pt x="13716" y="13714"/>
                </a:lnTo>
                <a:lnTo>
                  <a:pt x="0" y="0"/>
                </a:lnTo>
                <a:close/>
              </a:path>
            </a:pathLst>
          </a:custGeom>
          <a:solidFill>
            <a:srgbClr val="AB641D"/>
          </a:solidFill>
          <a:ln>
            <a:noFill/>
          </a:ln>
        </p:spPr>
      </p:sp>
      <p:sp>
        <p:nvSpPr>
          <p:cNvPr id="525" name="Google Shape;525;p35"/>
          <p:cNvSpPr/>
          <p:nvPr/>
        </p:nvSpPr>
        <p:spPr>
          <a:xfrm flipH="1" rot="8100000">
            <a:off x="11775341" y="-184083"/>
            <a:ext cx="13716" cy="1157650"/>
          </a:xfrm>
          <a:custGeom>
            <a:rect b="b" l="l" r="r" t="t"/>
            <a:pathLst>
              <a:path extrusionOk="0" h="1157650" w="13716">
                <a:moveTo>
                  <a:pt x="0" y="1157650"/>
                </a:moveTo>
                <a:lnTo>
                  <a:pt x="13716" y="1143934"/>
                </a:lnTo>
                <a:lnTo>
                  <a:pt x="13716" y="13716"/>
                </a:lnTo>
                <a:lnTo>
                  <a:pt x="0" y="0"/>
                </a:lnTo>
                <a:close/>
              </a:path>
            </a:pathLst>
          </a:custGeom>
          <a:solidFill>
            <a:srgbClr val="AB641D"/>
          </a:solidFill>
          <a:ln>
            <a:noFill/>
          </a:ln>
        </p:spPr>
      </p:sp>
      <p:sp>
        <p:nvSpPr>
          <p:cNvPr id="526" name="Google Shape;526;p35"/>
          <p:cNvSpPr/>
          <p:nvPr/>
        </p:nvSpPr>
        <p:spPr>
          <a:xfrm flipH="1" rot="8100000">
            <a:off x="3543517" y="-965458"/>
            <a:ext cx="13716" cy="6493219"/>
          </a:xfrm>
          <a:custGeom>
            <a:rect b="b" l="l" r="r" t="t"/>
            <a:pathLst>
              <a:path extrusionOk="0" h="6493219" w="13716">
                <a:moveTo>
                  <a:pt x="0" y="6493219"/>
                </a:moveTo>
                <a:lnTo>
                  <a:pt x="13716" y="6479503"/>
                </a:lnTo>
                <a:lnTo>
                  <a:pt x="13716" y="0"/>
                </a:lnTo>
                <a:lnTo>
                  <a:pt x="0" y="13716"/>
                </a:lnTo>
                <a:close/>
              </a:path>
            </a:pathLst>
          </a:custGeom>
          <a:solidFill>
            <a:srgbClr val="AB641D"/>
          </a:solidFill>
          <a:ln>
            <a:noFill/>
          </a:ln>
        </p:spPr>
      </p:sp>
      <p:sp>
        <p:nvSpPr>
          <p:cNvPr id="527" name="Google Shape;527;p35"/>
          <p:cNvSpPr/>
          <p:nvPr/>
        </p:nvSpPr>
        <p:spPr>
          <a:xfrm flipH="1" rot="8100000">
            <a:off x="5229889" y="-965458"/>
            <a:ext cx="13716" cy="6493220"/>
          </a:xfrm>
          <a:custGeom>
            <a:rect b="b" l="l" r="r" t="t"/>
            <a:pathLst>
              <a:path extrusionOk="0" h="6493220" w="13716">
                <a:moveTo>
                  <a:pt x="0" y="6493220"/>
                </a:moveTo>
                <a:lnTo>
                  <a:pt x="13716" y="6479504"/>
                </a:lnTo>
                <a:lnTo>
                  <a:pt x="13716" y="0"/>
                </a:lnTo>
                <a:lnTo>
                  <a:pt x="0" y="13716"/>
                </a:lnTo>
                <a:close/>
              </a:path>
            </a:pathLst>
          </a:custGeom>
          <a:solidFill>
            <a:srgbClr val="AB641D"/>
          </a:solidFill>
          <a:ln>
            <a:noFill/>
          </a:ln>
        </p:spPr>
      </p:sp>
      <p:sp>
        <p:nvSpPr>
          <p:cNvPr id="528" name="Google Shape;528;p35"/>
          <p:cNvSpPr/>
          <p:nvPr/>
        </p:nvSpPr>
        <p:spPr>
          <a:xfrm rot="-5400000">
            <a:off x="64427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5"/>
          <p:cNvSpPr/>
          <p:nvPr/>
        </p:nvSpPr>
        <p:spPr>
          <a:xfrm rot="-5400000">
            <a:off x="-148774" y="258315"/>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5"/>
          <p:cNvSpPr/>
          <p:nvPr/>
        </p:nvSpPr>
        <p:spPr>
          <a:xfrm rot="-5400000">
            <a:off x="13875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5"/>
          <p:cNvSpPr/>
          <p:nvPr/>
        </p:nvSpPr>
        <p:spPr>
          <a:xfrm rot="-5400000">
            <a:off x="22300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5"/>
          <p:cNvSpPr/>
          <p:nvPr/>
        </p:nvSpPr>
        <p:spPr>
          <a:xfrm rot="-5400000">
            <a:off x="307261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5"/>
          <p:cNvSpPr/>
          <p:nvPr/>
        </p:nvSpPr>
        <p:spPr>
          <a:xfrm rot="-5400000">
            <a:off x="391515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5"/>
          <p:cNvSpPr/>
          <p:nvPr/>
        </p:nvSpPr>
        <p:spPr>
          <a:xfrm rot="-5400000">
            <a:off x="47576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5"/>
          <p:cNvSpPr/>
          <p:nvPr/>
        </p:nvSpPr>
        <p:spPr>
          <a:xfrm rot="-5400000">
            <a:off x="56002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5"/>
          <p:cNvSpPr/>
          <p:nvPr/>
        </p:nvSpPr>
        <p:spPr>
          <a:xfrm rot="-5400000">
            <a:off x="812785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5"/>
          <p:cNvSpPr/>
          <p:nvPr/>
        </p:nvSpPr>
        <p:spPr>
          <a:xfrm rot="-5400000">
            <a:off x="728531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5"/>
          <p:cNvSpPr/>
          <p:nvPr/>
        </p:nvSpPr>
        <p:spPr>
          <a:xfrm rot="-5400000">
            <a:off x="981293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5"/>
          <p:cNvSpPr/>
          <p:nvPr/>
        </p:nvSpPr>
        <p:spPr>
          <a:xfrm rot="-5400000">
            <a:off x="89703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5"/>
          <p:cNvSpPr/>
          <p:nvPr/>
        </p:nvSpPr>
        <p:spPr>
          <a:xfrm rot="-5400000">
            <a:off x="11498011"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5"/>
          <p:cNvSpPr/>
          <p:nvPr/>
        </p:nvSpPr>
        <p:spPr>
          <a:xfrm rot="-5400000">
            <a:off x="1065547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5"/>
          <p:cNvSpPr/>
          <p:nvPr/>
        </p:nvSpPr>
        <p:spPr>
          <a:xfrm rot="-5400000">
            <a:off x="544992" y="109541"/>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5"/>
          <p:cNvSpPr/>
          <p:nvPr/>
        </p:nvSpPr>
        <p:spPr>
          <a:xfrm>
            <a:off x="66645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5"/>
          <p:cNvSpPr/>
          <p:nvPr/>
        </p:nvSpPr>
        <p:spPr>
          <a:xfrm>
            <a:off x="0" y="331699"/>
            <a:ext cx="93942" cy="4240302"/>
          </a:xfrm>
          <a:custGeom>
            <a:rect b="b" l="l" r="r" t="t"/>
            <a:pathLst>
              <a:path extrusionOk="0" h="4240302" w="9394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5"/>
          <p:cNvSpPr/>
          <p:nvPr/>
        </p:nvSpPr>
        <p:spPr>
          <a:xfrm>
            <a:off x="7667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5"/>
          <p:cNvSpPr/>
          <p:nvPr/>
        </p:nvSpPr>
        <p:spPr>
          <a:xfrm>
            <a:off x="16092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5"/>
          <p:cNvSpPr/>
          <p:nvPr/>
        </p:nvSpPr>
        <p:spPr>
          <a:xfrm>
            <a:off x="24518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5"/>
          <p:cNvSpPr/>
          <p:nvPr/>
        </p:nvSpPr>
        <p:spPr>
          <a:xfrm>
            <a:off x="329435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5"/>
          <p:cNvSpPr/>
          <p:nvPr/>
        </p:nvSpPr>
        <p:spPr>
          <a:xfrm>
            <a:off x="413689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5"/>
          <p:cNvSpPr/>
          <p:nvPr/>
        </p:nvSpPr>
        <p:spPr>
          <a:xfrm>
            <a:off x="49794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5"/>
          <p:cNvSpPr/>
          <p:nvPr/>
        </p:nvSpPr>
        <p:spPr>
          <a:xfrm>
            <a:off x="58219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5"/>
          <p:cNvSpPr/>
          <p:nvPr/>
        </p:nvSpPr>
        <p:spPr>
          <a:xfrm>
            <a:off x="834959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5"/>
          <p:cNvSpPr/>
          <p:nvPr/>
        </p:nvSpPr>
        <p:spPr>
          <a:xfrm>
            <a:off x="750705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5"/>
          <p:cNvSpPr/>
          <p:nvPr/>
        </p:nvSpPr>
        <p:spPr>
          <a:xfrm>
            <a:off x="1003467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5"/>
          <p:cNvSpPr/>
          <p:nvPr/>
        </p:nvSpPr>
        <p:spPr>
          <a:xfrm>
            <a:off x="919213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5"/>
          <p:cNvSpPr/>
          <p:nvPr/>
        </p:nvSpPr>
        <p:spPr>
          <a:xfrm>
            <a:off x="11719750"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5"/>
          <p:cNvSpPr/>
          <p:nvPr/>
        </p:nvSpPr>
        <p:spPr>
          <a:xfrm>
            <a:off x="10877211" y="331699"/>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5"/>
          <p:cNvSpPr/>
          <p:nvPr/>
        </p:nvSpPr>
        <p:spPr>
          <a:xfrm rot="-5400000">
            <a:off x="60211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5"/>
          <p:cNvSpPr/>
          <p:nvPr/>
        </p:nvSpPr>
        <p:spPr>
          <a:xfrm rot="-5400000">
            <a:off x="9659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5"/>
          <p:cNvSpPr/>
          <p:nvPr/>
        </p:nvSpPr>
        <p:spPr>
          <a:xfrm rot="-5400000">
            <a:off x="18084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5"/>
          <p:cNvSpPr/>
          <p:nvPr/>
        </p:nvSpPr>
        <p:spPr>
          <a:xfrm rot="-5400000">
            <a:off x="265102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5"/>
          <p:cNvSpPr/>
          <p:nvPr/>
        </p:nvSpPr>
        <p:spPr>
          <a:xfrm rot="-5400000">
            <a:off x="349356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5"/>
          <p:cNvSpPr/>
          <p:nvPr/>
        </p:nvSpPr>
        <p:spPr>
          <a:xfrm rot="-5400000">
            <a:off x="43361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5"/>
          <p:cNvSpPr/>
          <p:nvPr/>
        </p:nvSpPr>
        <p:spPr>
          <a:xfrm rot="-5400000">
            <a:off x="51786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5"/>
          <p:cNvSpPr/>
          <p:nvPr/>
        </p:nvSpPr>
        <p:spPr>
          <a:xfrm rot="-5400000">
            <a:off x="770626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5"/>
          <p:cNvSpPr/>
          <p:nvPr/>
        </p:nvSpPr>
        <p:spPr>
          <a:xfrm rot="-5400000">
            <a:off x="686372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5"/>
          <p:cNvSpPr/>
          <p:nvPr/>
        </p:nvSpPr>
        <p:spPr>
          <a:xfrm rot="-5400000">
            <a:off x="939134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5"/>
          <p:cNvSpPr/>
          <p:nvPr/>
        </p:nvSpPr>
        <p:spPr>
          <a:xfrm rot="-5400000">
            <a:off x="85488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5"/>
          <p:cNvSpPr/>
          <p:nvPr/>
        </p:nvSpPr>
        <p:spPr>
          <a:xfrm rot="-5400000">
            <a:off x="11076421"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5"/>
          <p:cNvSpPr/>
          <p:nvPr/>
        </p:nvSpPr>
        <p:spPr>
          <a:xfrm rot="-5400000">
            <a:off x="1023388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5"/>
          <p:cNvSpPr/>
          <p:nvPr/>
        </p:nvSpPr>
        <p:spPr>
          <a:xfrm rot="-5400000">
            <a:off x="123402" y="53022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5"/>
          <p:cNvSpPr/>
          <p:nvPr/>
        </p:nvSpPr>
        <p:spPr>
          <a:xfrm rot="-5400000">
            <a:off x="11760003" y="685578"/>
            <a:ext cx="595780" cy="268215"/>
          </a:xfrm>
          <a:custGeom>
            <a:rect b="b" l="l" r="r" t="t"/>
            <a:pathLst>
              <a:path extrusionOk="0" h="268215" w="595780">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5"/>
          <p:cNvSpPr/>
          <p:nvPr/>
        </p:nvSpPr>
        <p:spPr>
          <a:xfrm>
            <a:off x="70866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5"/>
          <p:cNvSpPr/>
          <p:nvPr/>
        </p:nvSpPr>
        <p:spPr>
          <a:xfrm>
            <a:off x="3463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5"/>
          <p:cNvSpPr/>
          <p:nvPr/>
        </p:nvSpPr>
        <p:spPr>
          <a:xfrm>
            <a:off x="11888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5"/>
          <p:cNvSpPr/>
          <p:nvPr/>
        </p:nvSpPr>
        <p:spPr>
          <a:xfrm>
            <a:off x="20314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5"/>
          <p:cNvSpPr/>
          <p:nvPr/>
        </p:nvSpPr>
        <p:spPr>
          <a:xfrm>
            <a:off x="28739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5"/>
          <p:cNvSpPr/>
          <p:nvPr/>
        </p:nvSpPr>
        <p:spPr>
          <a:xfrm>
            <a:off x="371649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5"/>
          <p:cNvSpPr/>
          <p:nvPr/>
        </p:nvSpPr>
        <p:spPr>
          <a:xfrm>
            <a:off x="45590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5"/>
          <p:cNvSpPr/>
          <p:nvPr/>
        </p:nvSpPr>
        <p:spPr>
          <a:xfrm>
            <a:off x="54015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5"/>
          <p:cNvSpPr/>
          <p:nvPr/>
        </p:nvSpPr>
        <p:spPr>
          <a:xfrm>
            <a:off x="62441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5"/>
          <p:cNvSpPr/>
          <p:nvPr/>
        </p:nvSpPr>
        <p:spPr>
          <a:xfrm>
            <a:off x="877173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5"/>
          <p:cNvSpPr/>
          <p:nvPr/>
        </p:nvSpPr>
        <p:spPr>
          <a:xfrm>
            <a:off x="792919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5"/>
          <p:cNvSpPr/>
          <p:nvPr/>
        </p:nvSpPr>
        <p:spPr>
          <a:xfrm>
            <a:off x="1045681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5"/>
          <p:cNvSpPr/>
          <p:nvPr/>
        </p:nvSpPr>
        <p:spPr>
          <a:xfrm>
            <a:off x="961427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5"/>
          <p:cNvSpPr/>
          <p:nvPr/>
        </p:nvSpPr>
        <p:spPr>
          <a:xfrm>
            <a:off x="12141892" y="758852"/>
            <a:ext cx="50109" cy="3538433"/>
          </a:xfrm>
          <a:custGeom>
            <a:rect b="b" l="l" r="r" t="t"/>
            <a:pathLst>
              <a:path extrusionOk="0" h="3538433" w="50109">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5"/>
          <p:cNvSpPr/>
          <p:nvPr/>
        </p:nvSpPr>
        <p:spPr>
          <a:xfrm>
            <a:off x="11299353" y="75101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5"/>
          <p:cNvSpPr/>
          <p:nvPr/>
        </p:nvSpPr>
        <p:spPr>
          <a:xfrm rot="-5400000">
            <a:off x="617401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5"/>
          <p:cNvSpPr/>
          <p:nvPr/>
        </p:nvSpPr>
        <p:spPr>
          <a:xfrm rot="-5400000">
            <a:off x="111877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5"/>
          <p:cNvSpPr/>
          <p:nvPr/>
        </p:nvSpPr>
        <p:spPr>
          <a:xfrm rot="-5400000">
            <a:off x="196131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5"/>
          <p:cNvSpPr/>
          <p:nvPr/>
        </p:nvSpPr>
        <p:spPr>
          <a:xfrm rot="-5400000">
            <a:off x="280385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5"/>
          <p:cNvSpPr/>
          <p:nvPr/>
        </p:nvSpPr>
        <p:spPr>
          <a:xfrm rot="-5400000">
            <a:off x="364639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5"/>
          <p:cNvSpPr/>
          <p:nvPr/>
        </p:nvSpPr>
        <p:spPr>
          <a:xfrm rot="-5400000">
            <a:off x="448893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5"/>
          <p:cNvSpPr/>
          <p:nvPr/>
        </p:nvSpPr>
        <p:spPr>
          <a:xfrm rot="-5400000">
            <a:off x="533147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5"/>
          <p:cNvSpPr/>
          <p:nvPr/>
        </p:nvSpPr>
        <p:spPr>
          <a:xfrm rot="-5400000">
            <a:off x="785909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5"/>
          <p:cNvSpPr/>
          <p:nvPr/>
        </p:nvSpPr>
        <p:spPr>
          <a:xfrm rot="-5400000">
            <a:off x="7016553" y="-163077"/>
            <a:ext cx="306986" cy="612648"/>
          </a:xfrm>
          <a:custGeom>
            <a:rect b="b" l="l" r="r" t="t"/>
            <a:pathLst>
              <a:path extrusionOk="0" h="612648" w="306986">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5"/>
          <p:cNvSpPr/>
          <p:nvPr/>
        </p:nvSpPr>
        <p:spPr>
          <a:xfrm rot="-5400000">
            <a:off x="954417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5"/>
          <p:cNvSpPr/>
          <p:nvPr/>
        </p:nvSpPr>
        <p:spPr>
          <a:xfrm rot="-5400000">
            <a:off x="870163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5"/>
          <p:cNvSpPr/>
          <p:nvPr/>
        </p:nvSpPr>
        <p:spPr>
          <a:xfrm rot="-5400000">
            <a:off x="11229252"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5"/>
          <p:cNvSpPr/>
          <p:nvPr/>
        </p:nvSpPr>
        <p:spPr>
          <a:xfrm rot="-5400000">
            <a:off x="1038671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p:nvPr/>
        </p:nvSpPr>
        <p:spPr>
          <a:xfrm rot="-5400000">
            <a:off x="276233" y="-163077"/>
            <a:ext cx="306986" cy="612648"/>
          </a:xfrm>
          <a:custGeom>
            <a:rect b="b" l="l" r="r" t="t"/>
            <a:pathLst>
              <a:path extrusionOk="0" h="612648" w="306986">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5"/>
          <p:cNvSpPr/>
          <p:nvPr/>
        </p:nvSpPr>
        <p:spPr>
          <a:xfrm rot="-5400000">
            <a:off x="11908617" y="4923"/>
            <a:ext cx="298552" cy="268215"/>
          </a:xfrm>
          <a:custGeom>
            <a:rect b="b" l="l" r="r" t="t"/>
            <a:pathLst>
              <a:path extrusionOk="0" h="268215" w="298552">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5"/>
          <p:cNvSpPr/>
          <p:nvPr/>
        </p:nvSpPr>
        <p:spPr>
          <a:xfrm>
            <a:off x="346332" y="-10245"/>
            <a:ext cx="169752" cy="84875"/>
          </a:xfrm>
          <a:custGeom>
            <a:rect b="b" l="l" r="r" t="t"/>
            <a:pathLst>
              <a:path extrusionOk="0" h="84875" w="169752">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5"/>
          <p:cNvSpPr/>
          <p:nvPr/>
        </p:nvSpPr>
        <p:spPr>
          <a:xfrm>
            <a:off x="1188872" y="-10245"/>
            <a:ext cx="169752" cy="84875"/>
          </a:xfrm>
          <a:custGeom>
            <a:rect b="b" l="l" r="r" t="t"/>
            <a:pathLst>
              <a:path extrusionOk="0" h="84875" w="169752">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5"/>
          <p:cNvSpPr/>
          <p:nvPr/>
        </p:nvSpPr>
        <p:spPr>
          <a:xfrm>
            <a:off x="2031413" y="-10245"/>
            <a:ext cx="10160587" cy="84875"/>
          </a:xfrm>
          <a:custGeom>
            <a:rect b="b" l="l" r="r" t="t"/>
            <a:pathLst>
              <a:path extrusionOk="0" h="84875" w="10160587">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5"/>
          <p:cNvSpPr/>
          <p:nvPr/>
        </p:nvSpPr>
        <p:spPr>
          <a:xfrm rot="-5400000">
            <a:off x="64427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5"/>
          <p:cNvSpPr/>
          <p:nvPr/>
        </p:nvSpPr>
        <p:spPr>
          <a:xfrm rot="-5400000">
            <a:off x="-148774" y="1103813"/>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5"/>
          <p:cNvSpPr/>
          <p:nvPr/>
        </p:nvSpPr>
        <p:spPr>
          <a:xfrm rot="-5400000">
            <a:off x="13875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
          <p:cNvSpPr/>
          <p:nvPr/>
        </p:nvSpPr>
        <p:spPr>
          <a:xfrm rot="-5400000">
            <a:off x="22300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5"/>
          <p:cNvSpPr/>
          <p:nvPr/>
        </p:nvSpPr>
        <p:spPr>
          <a:xfrm rot="-5400000">
            <a:off x="307261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5"/>
          <p:cNvSpPr/>
          <p:nvPr/>
        </p:nvSpPr>
        <p:spPr>
          <a:xfrm rot="-5400000">
            <a:off x="391515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5"/>
          <p:cNvSpPr/>
          <p:nvPr/>
        </p:nvSpPr>
        <p:spPr>
          <a:xfrm rot="-5400000">
            <a:off x="47576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5"/>
          <p:cNvSpPr/>
          <p:nvPr/>
        </p:nvSpPr>
        <p:spPr>
          <a:xfrm rot="-5400000">
            <a:off x="56002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5"/>
          <p:cNvSpPr/>
          <p:nvPr/>
        </p:nvSpPr>
        <p:spPr>
          <a:xfrm rot="-5400000">
            <a:off x="812785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5"/>
          <p:cNvSpPr/>
          <p:nvPr/>
        </p:nvSpPr>
        <p:spPr>
          <a:xfrm rot="-5400000">
            <a:off x="728531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5"/>
          <p:cNvSpPr/>
          <p:nvPr/>
        </p:nvSpPr>
        <p:spPr>
          <a:xfrm rot="-5400000">
            <a:off x="981293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5"/>
          <p:cNvSpPr/>
          <p:nvPr/>
        </p:nvSpPr>
        <p:spPr>
          <a:xfrm rot="-5400000">
            <a:off x="89703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5"/>
          <p:cNvSpPr/>
          <p:nvPr/>
        </p:nvSpPr>
        <p:spPr>
          <a:xfrm rot="-5400000">
            <a:off x="11498011"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5"/>
          <p:cNvSpPr/>
          <p:nvPr/>
        </p:nvSpPr>
        <p:spPr>
          <a:xfrm rot="-5400000">
            <a:off x="1065547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5"/>
          <p:cNvSpPr/>
          <p:nvPr/>
        </p:nvSpPr>
        <p:spPr>
          <a:xfrm rot="-5400000">
            <a:off x="544992" y="95503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5"/>
          <p:cNvSpPr/>
          <p:nvPr/>
        </p:nvSpPr>
        <p:spPr>
          <a:xfrm>
            <a:off x="66645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5"/>
          <p:cNvSpPr/>
          <p:nvPr/>
        </p:nvSpPr>
        <p:spPr>
          <a:xfrm>
            <a:off x="7667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
          <p:cNvSpPr/>
          <p:nvPr/>
        </p:nvSpPr>
        <p:spPr>
          <a:xfrm>
            <a:off x="16092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5"/>
          <p:cNvSpPr/>
          <p:nvPr/>
        </p:nvSpPr>
        <p:spPr>
          <a:xfrm>
            <a:off x="24518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5"/>
          <p:cNvSpPr/>
          <p:nvPr/>
        </p:nvSpPr>
        <p:spPr>
          <a:xfrm>
            <a:off x="329435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5"/>
          <p:cNvSpPr/>
          <p:nvPr/>
        </p:nvSpPr>
        <p:spPr>
          <a:xfrm>
            <a:off x="413689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5"/>
          <p:cNvSpPr/>
          <p:nvPr/>
        </p:nvSpPr>
        <p:spPr>
          <a:xfrm>
            <a:off x="49794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5"/>
          <p:cNvSpPr/>
          <p:nvPr/>
        </p:nvSpPr>
        <p:spPr>
          <a:xfrm>
            <a:off x="58219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5"/>
          <p:cNvSpPr/>
          <p:nvPr/>
        </p:nvSpPr>
        <p:spPr>
          <a:xfrm>
            <a:off x="834959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5"/>
          <p:cNvSpPr/>
          <p:nvPr/>
        </p:nvSpPr>
        <p:spPr>
          <a:xfrm>
            <a:off x="750705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5"/>
          <p:cNvSpPr/>
          <p:nvPr/>
        </p:nvSpPr>
        <p:spPr>
          <a:xfrm>
            <a:off x="1003467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5"/>
          <p:cNvSpPr/>
          <p:nvPr/>
        </p:nvSpPr>
        <p:spPr>
          <a:xfrm>
            <a:off x="919213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5"/>
          <p:cNvSpPr/>
          <p:nvPr/>
        </p:nvSpPr>
        <p:spPr>
          <a:xfrm>
            <a:off x="11719750"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5"/>
          <p:cNvSpPr/>
          <p:nvPr/>
        </p:nvSpPr>
        <p:spPr>
          <a:xfrm>
            <a:off x="10877211" y="117719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5"/>
          <p:cNvSpPr/>
          <p:nvPr/>
        </p:nvSpPr>
        <p:spPr>
          <a:xfrm rot="-5400000">
            <a:off x="60211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5"/>
          <p:cNvSpPr/>
          <p:nvPr/>
        </p:nvSpPr>
        <p:spPr>
          <a:xfrm rot="-5400000">
            <a:off x="9659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5"/>
          <p:cNvSpPr/>
          <p:nvPr/>
        </p:nvSpPr>
        <p:spPr>
          <a:xfrm rot="-5400000">
            <a:off x="18084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5"/>
          <p:cNvSpPr/>
          <p:nvPr/>
        </p:nvSpPr>
        <p:spPr>
          <a:xfrm rot="-5400000">
            <a:off x="265102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5"/>
          <p:cNvSpPr/>
          <p:nvPr/>
        </p:nvSpPr>
        <p:spPr>
          <a:xfrm rot="-5400000">
            <a:off x="349356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5"/>
          <p:cNvSpPr/>
          <p:nvPr/>
        </p:nvSpPr>
        <p:spPr>
          <a:xfrm rot="-5400000">
            <a:off x="43361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5"/>
          <p:cNvSpPr/>
          <p:nvPr/>
        </p:nvSpPr>
        <p:spPr>
          <a:xfrm rot="-5400000">
            <a:off x="51786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5"/>
          <p:cNvSpPr/>
          <p:nvPr/>
        </p:nvSpPr>
        <p:spPr>
          <a:xfrm rot="-5400000">
            <a:off x="770626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5"/>
          <p:cNvSpPr/>
          <p:nvPr/>
        </p:nvSpPr>
        <p:spPr>
          <a:xfrm rot="-5400000">
            <a:off x="686372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939134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rot="-5400000">
            <a:off x="85488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rot="-5400000">
            <a:off x="11076421"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rot="-5400000">
            <a:off x="1023388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rot="-5400000">
            <a:off x="123402" y="1375727"/>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5"/>
          <p:cNvSpPr/>
          <p:nvPr/>
        </p:nvSpPr>
        <p:spPr>
          <a:xfrm rot="-5400000">
            <a:off x="11760002" y="1531078"/>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5"/>
          <p:cNvSpPr/>
          <p:nvPr/>
        </p:nvSpPr>
        <p:spPr>
          <a:xfrm>
            <a:off x="70866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5"/>
          <p:cNvSpPr/>
          <p:nvPr/>
        </p:nvSpPr>
        <p:spPr>
          <a:xfrm>
            <a:off x="3463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5"/>
          <p:cNvSpPr/>
          <p:nvPr/>
        </p:nvSpPr>
        <p:spPr>
          <a:xfrm>
            <a:off x="11888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5"/>
          <p:cNvSpPr/>
          <p:nvPr/>
        </p:nvSpPr>
        <p:spPr>
          <a:xfrm>
            <a:off x="20314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5"/>
          <p:cNvSpPr/>
          <p:nvPr/>
        </p:nvSpPr>
        <p:spPr>
          <a:xfrm>
            <a:off x="28739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5"/>
          <p:cNvSpPr/>
          <p:nvPr/>
        </p:nvSpPr>
        <p:spPr>
          <a:xfrm>
            <a:off x="371649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5"/>
          <p:cNvSpPr/>
          <p:nvPr/>
        </p:nvSpPr>
        <p:spPr>
          <a:xfrm>
            <a:off x="45590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54015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5"/>
          <p:cNvSpPr/>
          <p:nvPr/>
        </p:nvSpPr>
        <p:spPr>
          <a:xfrm>
            <a:off x="62441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5"/>
          <p:cNvSpPr/>
          <p:nvPr/>
        </p:nvSpPr>
        <p:spPr>
          <a:xfrm>
            <a:off x="877173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5"/>
          <p:cNvSpPr/>
          <p:nvPr/>
        </p:nvSpPr>
        <p:spPr>
          <a:xfrm>
            <a:off x="792919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5"/>
          <p:cNvSpPr/>
          <p:nvPr/>
        </p:nvSpPr>
        <p:spPr>
          <a:xfrm>
            <a:off x="1045681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5"/>
          <p:cNvSpPr/>
          <p:nvPr/>
        </p:nvSpPr>
        <p:spPr>
          <a:xfrm>
            <a:off x="961427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5"/>
          <p:cNvSpPr/>
          <p:nvPr/>
        </p:nvSpPr>
        <p:spPr>
          <a:xfrm>
            <a:off x="11299353" y="159651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5"/>
          <p:cNvSpPr/>
          <p:nvPr/>
        </p:nvSpPr>
        <p:spPr>
          <a:xfrm rot="-5400000">
            <a:off x="64427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5"/>
          <p:cNvSpPr/>
          <p:nvPr/>
        </p:nvSpPr>
        <p:spPr>
          <a:xfrm rot="-5400000">
            <a:off x="-148774" y="1946410"/>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5"/>
          <p:cNvSpPr/>
          <p:nvPr/>
        </p:nvSpPr>
        <p:spPr>
          <a:xfrm rot="-5400000">
            <a:off x="13875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5"/>
          <p:cNvSpPr/>
          <p:nvPr/>
        </p:nvSpPr>
        <p:spPr>
          <a:xfrm rot="-5400000">
            <a:off x="22300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rot="-5400000">
            <a:off x="307261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5"/>
          <p:cNvSpPr/>
          <p:nvPr/>
        </p:nvSpPr>
        <p:spPr>
          <a:xfrm rot="-5400000">
            <a:off x="391515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5"/>
          <p:cNvSpPr/>
          <p:nvPr/>
        </p:nvSpPr>
        <p:spPr>
          <a:xfrm rot="-5400000">
            <a:off x="47576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5"/>
          <p:cNvSpPr/>
          <p:nvPr/>
        </p:nvSpPr>
        <p:spPr>
          <a:xfrm rot="-5400000">
            <a:off x="56002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5"/>
          <p:cNvSpPr/>
          <p:nvPr/>
        </p:nvSpPr>
        <p:spPr>
          <a:xfrm rot="-5400000">
            <a:off x="812785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5"/>
          <p:cNvSpPr/>
          <p:nvPr/>
        </p:nvSpPr>
        <p:spPr>
          <a:xfrm rot="-5400000">
            <a:off x="728531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5"/>
          <p:cNvSpPr/>
          <p:nvPr/>
        </p:nvSpPr>
        <p:spPr>
          <a:xfrm rot="-5400000">
            <a:off x="981293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5"/>
          <p:cNvSpPr/>
          <p:nvPr/>
        </p:nvSpPr>
        <p:spPr>
          <a:xfrm rot="-5400000">
            <a:off x="89703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5"/>
          <p:cNvSpPr/>
          <p:nvPr/>
        </p:nvSpPr>
        <p:spPr>
          <a:xfrm rot="-5400000">
            <a:off x="11498011"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5"/>
          <p:cNvSpPr/>
          <p:nvPr/>
        </p:nvSpPr>
        <p:spPr>
          <a:xfrm rot="-5400000">
            <a:off x="1065547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5"/>
          <p:cNvSpPr/>
          <p:nvPr/>
        </p:nvSpPr>
        <p:spPr>
          <a:xfrm rot="-5400000">
            <a:off x="544992" y="1797636"/>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5"/>
          <p:cNvSpPr/>
          <p:nvPr/>
        </p:nvSpPr>
        <p:spPr>
          <a:xfrm>
            <a:off x="66645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5"/>
          <p:cNvSpPr/>
          <p:nvPr/>
        </p:nvSpPr>
        <p:spPr>
          <a:xfrm>
            <a:off x="7667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5"/>
          <p:cNvSpPr/>
          <p:nvPr/>
        </p:nvSpPr>
        <p:spPr>
          <a:xfrm>
            <a:off x="16092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5"/>
          <p:cNvSpPr/>
          <p:nvPr/>
        </p:nvSpPr>
        <p:spPr>
          <a:xfrm>
            <a:off x="24518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5"/>
          <p:cNvSpPr/>
          <p:nvPr/>
        </p:nvSpPr>
        <p:spPr>
          <a:xfrm>
            <a:off x="329435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5"/>
          <p:cNvSpPr/>
          <p:nvPr/>
        </p:nvSpPr>
        <p:spPr>
          <a:xfrm>
            <a:off x="413689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5"/>
          <p:cNvSpPr/>
          <p:nvPr/>
        </p:nvSpPr>
        <p:spPr>
          <a:xfrm>
            <a:off x="49794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5"/>
          <p:cNvSpPr/>
          <p:nvPr/>
        </p:nvSpPr>
        <p:spPr>
          <a:xfrm>
            <a:off x="58219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5"/>
          <p:cNvSpPr/>
          <p:nvPr/>
        </p:nvSpPr>
        <p:spPr>
          <a:xfrm>
            <a:off x="834959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5"/>
          <p:cNvSpPr/>
          <p:nvPr/>
        </p:nvSpPr>
        <p:spPr>
          <a:xfrm>
            <a:off x="750705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5"/>
          <p:cNvSpPr/>
          <p:nvPr/>
        </p:nvSpPr>
        <p:spPr>
          <a:xfrm>
            <a:off x="1003467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5"/>
          <p:cNvSpPr/>
          <p:nvPr/>
        </p:nvSpPr>
        <p:spPr>
          <a:xfrm>
            <a:off x="919213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5"/>
          <p:cNvSpPr/>
          <p:nvPr/>
        </p:nvSpPr>
        <p:spPr>
          <a:xfrm>
            <a:off x="11719750"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5"/>
          <p:cNvSpPr/>
          <p:nvPr/>
        </p:nvSpPr>
        <p:spPr>
          <a:xfrm>
            <a:off x="10877211" y="2019794"/>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5"/>
          <p:cNvSpPr/>
          <p:nvPr/>
        </p:nvSpPr>
        <p:spPr>
          <a:xfrm rot="-5400000">
            <a:off x="60211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5"/>
          <p:cNvSpPr/>
          <p:nvPr/>
        </p:nvSpPr>
        <p:spPr>
          <a:xfrm rot="-5400000">
            <a:off x="9659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
          <p:cNvSpPr/>
          <p:nvPr/>
        </p:nvSpPr>
        <p:spPr>
          <a:xfrm rot="-5400000">
            <a:off x="18084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5"/>
          <p:cNvSpPr/>
          <p:nvPr/>
        </p:nvSpPr>
        <p:spPr>
          <a:xfrm rot="-5400000">
            <a:off x="265102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5"/>
          <p:cNvSpPr/>
          <p:nvPr/>
        </p:nvSpPr>
        <p:spPr>
          <a:xfrm rot="-5400000">
            <a:off x="349356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p:cNvSpPr/>
          <p:nvPr/>
        </p:nvSpPr>
        <p:spPr>
          <a:xfrm rot="-5400000">
            <a:off x="43361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5"/>
          <p:cNvSpPr/>
          <p:nvPr/>
        </p:nvSpPr>
        <p:spPr>
          <a:xfrm rot="-5400000">
            <a:off x="51786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5"/>
          <p:cNvSpPr/>
          <p:nvPr/>
        </p:nvSpPr>
        <p:spPr>
          <a:xfrm rot="-5400000">
            <a:off x="770626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5"/>
          <p:cNvSpPr/>
          <p:nvPr/>
        </p:nvSpPr>
        <p:spPr>
          <a:xfrm rot="-5400000">
            <a:off x="686372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5"/>
          <p:cNvSpPr/>
          <p:nvPr/>
        </p:nvSpPr>
        <p:spPr>
          <a:xfrm rot="-5400000">
            <a:off x="939134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5"/>
          <p:cNvSpPr/>
          <p:nvPr/>
        </p:nvSpPr>
        <p:spPr>
          <a:xfrm rot="-5400000">
            <a:off x="85488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5"/>
          <p:cNvSpPr/>
          <p:nvPr/>
        </p:nvSpPr>
        <p:spPr>
          <a:xfrm rot="-5400000">
            <a:off x="11076421"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5"/>
          <p:cNvSpPr/>
          <p:nvPr/>
        </p:nvSpPr>
        <p:spPr>
          <a:xfrm rot="-5400000">
            <a:off x="1023388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5"/>
          <p:cNvSpPr/>
          <p:nvPr/>
        </p:nvSpPr>
        <p:spPr>
          <a:xfrm rot="-5400000">
            <a:off x="123402" y="221832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5"/>
          <p:cNvSpPr/>
          <p:nvPr/>
        </p:nvSpPr>
        <p:spPr>
          <a:xfrm rot="-5400000">
            <a:off x="11760003" y="2373673"/>
            <a:ext cx="595780" cy="268215"/>
          </a:xfrm>
          <a:custGeom>
            <a:rect b="b" l="l" r="r" t="t"/>
            <a:pathLst>
              <a:path extrusionOk="0" h="268215" w="595780">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5"/>
          <p:cNvSpPr/>
          <p:nvPr/>
        </p:nvSpPr>
        <p:spPr>
          <a:xfrm>
            <a:off x="70866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5"/>
          <p:cNvSpPr/>
          <p:nvPr/>
        </p:nvSpPr>
        <p:spPr>
          <a:xfrm>
            <a:off x="3463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5"/>
          <p:cNvSpPr/>
          <p:nvPr/>
        </p:nvSpPr>
        <p:spPr>
          <a:xfrm>
            <a:off x="11888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5"/>
          <p:cNvSpPr/>
          <p:nvPr/>
        </p:nvSpPr>
        <p:spPr>
          <a:xfrm>
            <a:off x="20314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5"/>
          <p:cNvSpPr/>
          <p:nvPr/>
        </p:nvSpPr>
        <p:spPr>
          <a:xfrm>
            <a:off x="28739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5"/>
          <p:cNvSpPr/>
          <p:nvPr/>
        </p:nvSpPr>
        <p:spPr>
          <a:xfrm>
            <a:off x="371649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5"/>
          <p:cNvSpPr/>
          <p:nvPr/>
        </p:nvSpPr>
        <p:spPr>
          <a:xfrm>
            <a:off x="45590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5"/>
          <p:cNvSpPr/>
          <p:nvPr/>
        </p:nvSpPr>
        <p:spPr>
          <a:xfrm>
            <a:off x="54015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5"/>
          <p:cNvSpPr/>
          <p:nvPr/>
        </p:nvSpPr>
        <p:spPr>
          <a:xfrm>
            <a:off x="62441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5"/>
          <p:cNvSpPr/>
          <p:nvPr/>
        </p:nvSpPr>
        <p:spPr>
          <a:xfrm>
            <a:off x="877173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5"/>
          <p:cNvSpPr/>
          <p:nvPr/>
        </p:nvSpPr>
        <p:spPr>
          <a:xfrm>
            <a:off x="792919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5"/>
          <p:cNvSpPr/>
          <p:nvPr/>
        </p:nvSpPr>
        <p:spPr>
          <a:xfrm>
            <a:off x="1045681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5"/>
          <p:cNvSpPr/>
          <p:nvPr/>
        </p:nvSpPr>
        <p:spPr>
          <a:xfrm>
            <a:off x="961427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5"/>
          <p:cNvSpPr/>
          <p:nvPr/>
        </p:nvSpPr>
        <p:spPr>
          <a:xfrm>
            <a:off x="11299353" y="243911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5"/>
          <p:cNvSpPr/>
          <p:nvPr/>
        </p:nvSpPr>
        <p:spPr>
          <a:xfrm rot="-5400000">
            <a:off x="64427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5"/>
          <p:cNvSpPr/>
          <p:nvPr/>
        </p:nvSpPr>
        <p:spPr>
          <a:xfrm rot="-5400000">
            <a:off x="-148774" y="2795083"/>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5"/>
          <p:cNvSpPr/>
          <p:nvPr/>
        </p:nvSpPr>
        <p:spPr>
          <a:xfrm rot="-5400000">
            <a:off x="13875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5"/>
          <p:cNvSpPr/>
          <p:nvPr/>
        </p:nvSpPr>
        <p:spPr>
          <a:xfrm rot="-5400000">
            <a:off x="22300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5"/>
          <p:cNvSpPr/>
          <p:nvPr/>
        </p:nvSpPr>
        <p:spPr>
          <a:xfrm rot="-5400000">
            <a:off x="307261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5"/>
          <p:cNvSpPr/>
          <p:nvPr/>
        </p:nvSpPr>
        <p:spPr>
          <a:xfrm rot="-5400000">
            <a:off x="391515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5"/>
          <p:cNvSpPr/>
          <p:nvPr/>
        </p:nvSpPr>
        <p:spPr>
          <a:xfrm rot="-5400000">
            <a:off x="47576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5"/>
          <p:cNvSpPr/>
          <p:nvPr/>
        </p:nvSpPr>
        <p:spPr>
          <a:xfrm rot="-5400000">
            <a:off x="56002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5"/>
          <p:cNvSpPr/>
          <p:nvPr/>
        </p:nvSpPr>
        <p:spPr>
          <a:xfrm rot="-5400000">
            <a:off x="812785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5"/>
          <p:cNvSpPr/>
          <p:nvPr/>
        </p:nvSpPr>
        <p:spPr>
          <a:xfrm rot="-5400000">
            <a:off x="728531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5"/>
          <p:cNvSpPr/>
          <p:nvPr/>
        </p:nvSpPr>
        <p:spPr>
          <a:xfrm rot="-5400000">
            <a:off x="981293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5"/>
          <p:cNvSpPr/>
          <p:nvPr/>
        </p:nvSpPr>
        <p:spPr>
          <a:xfrm rot="-5400000">
            <a:off x="89703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5"/>
          <p:cNvSpPr/>
          <p:nvPr/>
        </p:nvSpPr>
        <p:spPr>
          <a:xfrm rot="-5400000">
            <a:off x="11498011"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5"/>
          <p:cNvSpPr/>
          <p:nvPr/>
        </p:nvSpPr>
        <p:spPr>
          <a:xfrm rot="-5400000">
            <a:off x="1065547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5"/>
          <p:cNvSpPr/>
          <p:nvPr/>
        </p:nvSpPr>
        <p:spPr>
          <a:xfrm rot="-5400000">
            <a:off x="544992" y="264630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5"/>
          <p:cNvSpPr/>
          <p:nvPr/>
        </p:nvSpPr>
        <p:spPr>
          <a:xfrm>
            <a:off x="66645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5"/>
          <p:cNvSpPr/>
          <p:nvPr/>
        </p:nvSpPr>
        <p:spPr>
          <a:xfrm>
            <a:off x="7667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5"/>
          <p:cNvSpPr/>
          <p:nvPr/>
        </p:nvSpPr>
        <p:spPr>
          <a:xfrm>
            <a:off x="16092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5"/>
          <p:cNvSpPr/>
          <p:nvPr/>
        </p:nvSpPr>
        <p:spPr>
          <a:xfrm>
            <a:off x="24518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5"/>
          <p:cNvSpPr/>
          <p:nvPr/>
        </p:nvSpPr>
        <p:spPr>
          <a:xfrm>
            <a:off x="329435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5"/>
          <p:cNvSpPr/>
          <p:nvPr/>
        </p:nvSpPr>
        <p:spPr>
          <a:xfrm>
            <a:off x="413689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5"/>
          <p:cNvSpPr/>
          <p:nvPr/>
        </p:nvSpPr>
        <p:spPr>
          <a:xfrm>
            <a:off x="49794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5"/>
          <p:cNvSpPr/>
          <p:nvPr/>
        </p:nvSpPr>
        <p:spPr>
          <a:xfrm>
            <a:off x="58219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5"/>
          <p:cNvSpPr/>
          <p:nvPr/>
        </p:nvSpPr>
        <p:spPr>
          <a:xfrm>
            <a:off x="834959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5"/>
          <p:cNvSpPr/>
          <p:nvPr/>
        </p:nvSpPr>
        <p:spPr>
          <a:xfrm>
            <a:off x="750705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5"/>
          <p:cNvSpPr/>
          <p:nvPr/>
        </p:nvSpPr>
        <p:spPr>
          <a:xfrm>
            <a:off x="1003467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5"/>
          <p:cNvSpPr/>
          <p:nvPr/>
        </p:nvSpPr>
        <p:spPr>
          <a:xfrm>
            <a:off x="919213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5"/>
          <p:cNvSpPr/>
          <p:nvPr/>
        </p:nvSpPr>
        <p:spPr>
          <a:xfrm>
            <a:off x="11719750"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5"/>
          <p:cNvSpPr/>
          <p:nvPr/>
        </p:nvSpPr>
        <p:spPr>
          <a:xfrm>
            <a:off x="10877211" y="2868467"/>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5"/>
          <p:cNvSpPr/>
          <p:nvPr/>
        </p:nvSpPr>
        <p:spPr>
          <a:xfrm rot="-5400000">
            <a:off x="60211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5"/>
          <p:cNvSpPr/>
          <p:nvPr/>
        </p:nvSpPr>
        <p:spPr>
          <a:xfrm rot="-5400000">
            <a:off x="9659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5"/>
          <p:cNvSpPr/>
          <p:nvPr/>
        </p:nvSpPr>
        <p:spPr>
          <a:xfrm rot="-5400000">
            <a:off x="18084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5"/>
          <p:cNvSpPr/>
          <p:nvPr/>
        </p:nvSpPr>
        <p:spPr>
          <a:xfrm rot="-5400000">
            <a:off x="265102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5"/>
          <p:cNvSpPr/>
          <p:nvPr/>
        </p:nvSpPr>
        <p:spPr>
          <a:xfrm rot="-5400000">
            <a:off x="349356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5"/>
          <p:cNvSpPr/>
          <p:nvPr/>
        </p:nvSpPr>
        <p:spPr>
          <a:xfrm rot="-5400000">
            <a:off x="43361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5"/>
          <p:cNvSpPr/>
          <p:nvPr/>
        </p:nvSpPr>
        <p:spPr>
          <a:xfrm rot="-5400000">
            <a:off x="51786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5"/>
          <p:cNvSpPr/>
          <p:nvPr/>
        </p:nvSpPr>
        <p:spPr>
          <a:xfrm rot="-5400000">
            <a:off x="770626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5"/>
          <p:cNvSpPr/>
          <p:nvPr/>
        </p:nvSpPr>
        <p:spPr>
          <a:xfrm rot="-5400000">
            <a:off x="686372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5"/>
          <p:cNvSpPr/>
          <p:nvPr/>
        </p:nvSpPr>
        <p:spPr>
          <a:xfrm rot="-5400000">
            <a:off x="939134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5"/>
          <p:cNvSpPr/>
          <p:nvPr/>
        </p:nvSpPr>
        <p:spPr>
          <a:xfrm rot="-5400000">
            <a:off x="85488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5"/>
          <p:cNvSpPr/>
          <p:nvPr/>
        </p:nvSpPr>
        <p:spPr>
          <a:xfrm rot="-5400000">
            <a:off x="11076421"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5"/>
          <p:cNvSpPr/>
          <p:nvPr/>
        </p:nvSpPr>
        <p:spPr>
          <a:xfrm rot="-5400000">
            <a:off x="1023388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5"/>
          <p:cNvSpPr/>
          <p:nvPr/>
        </p:nvSpPr>
        <p:spPr>
          <a:xfrm rot="-5400000">
            <a:off x="123402" y="3068579"/>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5"/>
          <p:cNvSpPr/>
          <p:nvPr/>
        </p:nvSpPr>
        <p:spPr>
          <a:xfrm rot="-5400000">
            <a:off x="11760002" y="3223930"/>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5"/>
          <p:cNvSpPr/>
          <p:nvPr/>
        </p:nvSpPr>
        <p:spPr>
          <a:xfrm>
            <a:off x="70866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5"/>
          <p:cNvSpPr/>
          <p:nvPr/>
        </p:nvSpPr>
        <p:spPr>
          <a:xfrm>
            <a:off x="3463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5"/>
          <p:cNvSpPr/>
          <p:nvPr/>
        </p:nvSpPr>
        <p:spPr>
          <a:xfrm>
            <a:off x="11888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5"/>
          <p:cNvSpPr/>
          <p:nvPr/>
        </p:nvSpPr>
        <p:spPr>
          <a:xfrm>
            <a:off x="20314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5"/>
          <p:cNvSpPr/>
          <p:nvPr/>
        </p:nvSpPr>
        <p:spPr>
          <a:xfrm>
            <a:off x="28739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5"/>
          <p:cNvSpPr/>
          <p:nvPr/>
        </p:nvSpPr>
        <p:spPr>
          <a:xfrm>
            <a:off x="371649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5"/>
          <p:cNvSpPr/>
          <p:nvPr/>
        </p:nvSpPr>
        <p:spPr>
          <a:xfrm>
            <a:off x="45590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5"/>
          <p:cNvSpPr/>
          <p:nvPr/>
        </p:nvSpPr>
        <p:spPr>
          <a:xfrm>
            <a:off x="54015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5"/>
          <p:cNvSpPr/>
          <p:nvPr/>
        </p:nvSpPr>
        <p:spPr>
          <a:xfrm>
            <a:off x="62441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5"/>
          <p:cNvSpPr/>
          <p:nvPr/>
        </p:nvSpPr>
        <p:spPr>
          <a:xfrm>
            <a:off x="877173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5"/>
          <p:cNvSpPr/>
          <p:nvPr/>
        </p:nvSpPr>
        <p:spPr>
          <a:xfrm>
            <a:off x="792919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5"/>
          <p:cNvSpPr/>
          <p:nvPr/>
        </p:nvSpPr>
        <p:spPr>
          <a:xfrm>
            <a:off x="1045681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5"/>
          <p:cNvSpPr/>
          <p:nvPr/>
        </p:nvSpPr>
        <p:spPr>
          <a:xfrm>
            <a:off x="961427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5"/>
          <p:cNvSpPr/>
          <p:nvPr/>
        </p:nvSpPr>
        <p:spPr>
          <a:xfrm>
            <a:off x="11299353" y="328936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5"/>
          <p:cNvSpPr/>
          <p:nvPr/>
        </p:nvSpPr>
        <p:spPr>
          <a:xfrm rot="-5400000">
            <a:off x="64427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5"/>
          <p:cNvSpPr/>
          <p:nvPr/>
        </p:nvSpPr>
        <p:spPr>
          <a:xfrm rot="-5400000">
            <a:off x="-148774" y="3639262"/>
            <a:ext cx="612648" cy="315100"/>
          </a:xfrm>
          <a:custGeom>
            <a:rect b="b" l="l" r="r" t="t"/>
            <a:pathLst>
              <a:path extrusionOk="0" h="315100" w="612648">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5"/>
          <p:cNvSpPr/>
          <p:nvPr/>
        </p:nvSpPr>
        <p:spPr>
          <a:xfrm rot="-5400000">
            <a:off x="13875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5"/>
          <p:cNvSpPr/>
          <p:nvPr/>
        </p:nvSpPr>
        <p:spPr>
          <a:xfrm rot="-5400000">
            <a:off x="22300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5"/>
          <p:cNvSpPr/>
          <p:nvPr/>
        </p:nvSpPr>
        <p:spPr>
          <a:xfrm rot="-5400000">
            <a:off x="307261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5"/>
          <p:cNvSpPr/>
          <p:nvPr/>
        </p:nvSpPr>
        <p:spPr>
          <a:xfrm rot="-5400000">
            <a:off x="391515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5"/>
          <p:cNvSpPr/>
          <p:nvPr/>
        </p:nvSpPr>
        <p:spPr>
          <a:xfrm rot="-5400000">
            <a:off x="47576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5"/>
          <p:cNvSpPr/>
          <p:nvPr/>
        </p:nvSpPr>
        <p:spPr>
          <a:xfrm rot="-5400000">
            <a:off x="56002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5"/>
          <p:cNvSpPr/>
          <p:nvPr/>
        </p:nvSpPr>
        <p:spPr>
          <a:xfrm rot="-5400000">
            <a:off x="812785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5"/>
          <p:cNvSpPr/>
          <p:nvPr/>
        </p:nvSpPr>
        <p:spPr>
          <a:xfrm rot="-5400000">
            <a:off x="728531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5"/>
          <p:cNvSpPr/>
          <p:nvPr/>
        </p:nvSpPr>
        <p:spPr>
          <a:xfrm rot="-5400000">
            <a:off x="981293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5"/>
          <p:cNvSpPr/>
          <p:nvPr/>
        </p:nvSpPr>
        <p:spPr>
          <a:xfrm rot="-5400000">
            <a:off x="89703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5"/>
          <p:cNvSpPr/>
          <p:nvPr/>
        </p:nvSpPr>
        <p:spPr>
          <a:xfrm rot="-5400000">
            <a:off x="11498011"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5"/>
          <p:cNvSpPr/>
          <p:nvPr/>
        </p:nvSpPr>
        <p:spPr>
          <a:xfrm rot="-5400000">
            <a:off x="1065547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5"/>
          <p:cNvSpPr/>
          <p:nvPr/>
        </p:nvSpPr>
        <p:spPr>
          <a:xfrm rot="-5400000">
            <a:off x="544992" y="3490488"/>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5"/>
          <p:cNvSpPr/>
          <p:nvPr/>
        </p:nvSpPr>
        <p:spPr>
          <a:xfrm>
            <a:off x="66645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5"/>
          <p:cNvSpPr/>
          <p:nvPr/>
        </p:nvSpPr>
        <p:spPr>
          <a:xfrm>
            <a:off x="7667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5"/>
          <p:cNvSpPr/>
          <p:nvPr/>
        </p:nvSpPr>
        <p:spPr>
          <a:xfrm>
            <a:off x="16092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5"/>
          <p:cNvSpPr/>
          <p:nvPr/>
        </p:nvSpPr>
        <p:spPr>
          <a:xfrm>
            <a:off x="24518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5"/>
          <p:cNvSpPr/>
          <p:nvPr/>
        </p:nvSpPr>
        <p:spPr>
          <a:xfrm>
            <a:off x="329435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5"/>
          <p:cNvSpPr/>
          <p:nvPr/>
        </p:nvSpPr>
        <p:spPr>
          <a:xfrm>
            <a:off x="413689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5"/>
          <p:cNvSpPr/>
          <p:nvPr/>
        </p:nvSpPr>
        <p:spPr>
          <a:xfrm>
            <a:off x="49794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5"/>
          <p:cNvSpPr/>
          <p:nvPr/>
        </p:nvSpPr>
        <p:spPr>
          <a:xfrm>
            <a:off x="58219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5"/>
          <p:cNvSpPr/>
          <p:nvPr/>
        </p:nvSpPr>
        <p:spPr>
          <a:xfrm>
            <a:off x="834959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5"/>
          <p:cNvSpPr/>
          <p:nvPr/>
        </p:nvSpPr>
        <p:spPr>
          <a:xfrm>
            <a:off x="750705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5"/>
          <p:cNvSpPr/>
          <p:nvPr/>
        </p:nvSpPr>
        <p:spPr>
          <a:xfrm>
            <a:off x="1003467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5"/>
          <p:cNvSpPr/>
          <p:nvPr/>
        </p:nvSpPr>
        <p:spPr>
          <a:xfrm>
            <a:off x="919213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5"/>
          <p:cNvSpPr/>
          <p:nvPr/>
        </p:nvSpPr>
        <p:spPr>
          <a:xfrm>
            <a:off x="11719750"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5"/>
          <p:cNvSpPr/>
          <p:nvPr/>
        </p:nvSpPr>
        <p:spPr>
          <a:xfrm>
            <a:off x="10877211" y="3712646"/>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5"/>
          <p:cNvSpPr/>
          <p:nvPr/>
        </p:nvSpPr>
        <p:spPr>
          <a:xfrm rot="-5400000">
            <a:off x="60211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5"/>
          <p:cNvSpPr/>
          <p:nvPr/>
        </p:nvSpPr>
        <p:spPr>
          <a:xfrm rot="-5400000">
            <a:off x="9659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5"/>
          <p:cNvSpPr/>
          <p:nvPr/>
        </p:nvSpPr>
        <p:spPr>
          <a:xfrm rot="-5400000">
            <a:off x="18084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5"/>
          <p:cNvSpPr/>
          <p:nvPr/>
        </p:nvSpPr>
        <p:spPr>
          <a:xfrm rot="-5400000">
            <a:off x="265102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5"/>
          <p:cNvSpPr/>
          <p:nvPr/>
        </p:nvSpPr>
        <p:spPr>
          <a:xfrm rot="-5400000">
            <a:off x="349356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5"/>
          <p:cNvSpPr/>
          <p:nvPr/>
        </p:nvSpPr>
        <p:spPr>
          <a:xfrm rot="-5400000">
            <a:off x="43361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5"/>
          <p:cNvSpPr/>
          <p:nvPr/>
        </p:nvSpPr>
        <p:spPr>
          <a:xfrm rot="-5400000">
            <a:off x="51786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5"/>
          <p:cNvSpPr/>
          <p:nvPr/>
        </p:nvSpPr>
        <p:spPr>
          <a:xfrm rot="-5400000">
            <a:off x="770626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5"/>
          <p:cNvSpPr/>
          <p:nvPr/>
        </p:nvSpPr>
        <p:spPr>
          <a:xfrm rot="-5400000">
            <a:off x="686372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5"/>
          <p:cNvSpPr/>
          <p:nvPr/>
        </p:nvSpPr>
        <p:spPr>
          <a:xfrm rot="-5400000">
            <a:off x="939134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5"/>
          <p:cNvSpPr/>
          <p:nvPr/>
        </p:nvSpPr>
        <p:spPr>
          <a:xfrm rot="-5400000">
            <a:off x="85488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5"/>
          <p:cNvSpPr/>
          <p:nvPr/>
        </p:nvSpPr>
        <p:spPr>
          <a:xfrm rot="-5400000">
            <a:off x="11076421"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5"/>
          <p:cNvSpPr/>
          <p:nvPr/>
        </p:nvSpPr>
        <p:spPr>
          <a:xfrm rot="-5400000">
            <a:off x="1023388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5"/>
          <p:cNvSpPr/>
          <p:nvPr/>
        </p:nvSpPr>
        <p:spPr>
          <a:xfrm rot="-5400000">
            <a:off x="123402" y="3914584"/>
            <a:ext cx="612648" cy="612648"/>
          </a:xfrm>
          <a:custGeom>
            <a:rect b="b" l="l" r="r" t="t"/>
            <a:pathLst>
              <a:path extrusionOk="0" h="3699725" w="3699724">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5"/>
          <p:cNvSpPr/>
          <p:nvPr/>
        </p:nvSpPr>
        <p:spPr>
          <a:xfrm rot="-5400000">
            <a:off x="11760002" y="4069935"/>
            <a:ext cx="595781" cy="268215"/>
          </a:xfrm>
          <a:custGeom>
            <a:rect b="b" l="l" r="r" t="t"/>
            <a:pathLst>
              <a:path extrusionOk="0" h="268215" w="595781">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5"/>
          <p:cNvSpPr/>
          <p:nvPr/>
        </p:nvSpPr>
        <p:spPr>
          <a:xfrm>
            <a:off x="70866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5"/>
          <p:cNvSpPr/>
          <p:nvPr/>
        </p:nvSpPr>
        <p:spPr>
          <a:xfrm>
            <a:off x="3463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5"/>
          <p:cNvSpPr/>
          <p:nvPr/>
        </p:nvSpPr>
        <p:spPr>
          <a:xfrm>
            <a:off x="11888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5"/>
          <p:cNvSpPr/>
          <p:nvPr/>
        </p:nvSpPr>
        <p:spPr>
          <a:xfrm>
            <a:off x="20314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5"/>
          <p:cNvSpPr/>
          <p:nvPr/>
        </p:nvSpPr>
        <p:spPr>
          <a:xfrm>
            <a:off x="28739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5"/>
          <p:cNvSpPr/>
          <p:nvPr/>
        </p:nvSpPr>
        <p:spPr>
          <a:xfrm>
            <a:off x="371649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5"/>
          <p:cNvSpPr/>
          <p:nvPr/>
        </p:nvSpPr>
        <p:spPr>
          <a:xfrm>
            <a:off x="45590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5"/>
          <p:cNvSpPr/>
          <p:nvPr/>
        </p:nvSpPr>
        <p:spPr>
          <a:xfrm>
            <a:off x="54015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5"/>
          <p:cNvSpPr/>
          <p:nvPr/>
        </p:nvSpPr>
        <p:spPr>
          <a:xfrm>
            <a:off x="62441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5"/>
          <p:cNvSpPr/>
          <p:nvPr/>
        </p:nvSpPr>
        <p:spPr>
          <a:xfrm>
            <a:off x="877173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5"/>
          <p:cNvSpPr/>
          <p:nvPr/>
        </p:nvSpPr>
        <p:spPr>
          <a:xfrm>
            <a:off x="792919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5"/>
          <p:cNvSpPr/>
          <p:nvPr/>
        </p:nvSpPr>
        <p:spPr>
          <a:xfrm>
            <a:off x="1045681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5"/>
          <p:cNvSpPr/>
          <p:nvPr/>
        </p:nvSpPr>
        <p:spPr>
          <a:xfrm>
            <a:off x="961427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5"/>
          <p:cNvSpPr/>
          <p:nvPr/>
        </p:nvSpPr>
        <p:spPr>
          <a:xfrm>
            <a:off x="11299353" y="4135371"/>
            <a:ext cx="169751" cy="16975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5"/>
          <p:cNvSpPr/>
          <p:nvPr/>
        </p:nvSpPr>
        <p:spPr>
          <a:xfrm rot="-5400000">
            <a:off x="663614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5"/>
          <p:cNvSpPr/>
          <p:nvPr/>
        </p:nvSpPr>
        <p:spPr>
          <a:xfrm rot="-5400000">
            <a:off x="22905" y="4316257"/>
            <a:ext cx="232840" cy="278649"/>
          </a:xfrm>
          <a:custGeom>
            <a:rect b="b" l="l" r="r" t="t"/>
            <a:pathLst>
              <a:path extrusionOk="0" h="278649" w="232840">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5"/>
          <p:cNvSpPr/>
          <p:nvPr/>
        </p:nvSpPr>
        <p:spPr>
          <a:xfrm rot="-5400000">
            <a:off x="158090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5"/>
          <p:cNvSpPr/>
          <p:nvPr/>
        </p:nvSpPr>
        <p:spPr>
          <a:xfrm rot="-5400000">
            <a:off x="242344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5"/>
          <p:cNvSpPr/>
          <p:nvPr/>
        </p:nvSpPr>
        <p:spPr>
          <a:xfrm rot="-5400000">
            <a:off x="326598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5"/>
          <p:cNvSpPr/>
          <p:nvPr/>
        </p:nvSpPr>
        <p:spPr>
          <a:xfrm rot="-5400000">
            <a:off x="4108522" y="4185695"/>
            <a:ext cx="232840" cy="539773"/>
          </a:xfrm>
          <a:custGeom>
            <a:rect b="b" l="l" r="r" t="t"/>
            <a:pathLst>
              <a:path extrusionOk="0" h="539773" w="232840">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5"/>
          <p:cNvSpPr/>
          <p:nvPr/>
        </p:nvSpPr>
        <p:spPr>
          <a:xfrm rot="-5400000">
            <a:off x="495106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5"/>
          <p:cNvSpPr/>
          <p:nvPr/>
        </p:nvSpPr>
        <p:spPr>
          <a:xfrm rot="-5400000">
            <a:off x="579360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5"/>
          <p:cNvSpPr/>
          <p:nvPr/>
        </p:nvSpPr>
        <p:spPr>
          <a:xfrm rot="-5400000">
            <a:off x="832122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5"/>
          <p:cNvSpPr/>
          <p:nvPr/>
        </p:nvSpPr>
        <p:spPr>
          <a:xfrm rot="-5400000">
            <a:off x="7478682" y="4185695"/>
            <a:ext cx="232840" cy="539773"/>
          </a:xfrm>
          <a:custGeom>
            <a:rect b="b" l="l" r="r" t="t"/>
            <a:pathLst>
              <a:path extrusionOk="0" h="539773" w="232840">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5"/>
          <p:cNvSpPr/>
          <p:nvPr/>
        </p:nvSpPr>
        <p:spPr>
          <a:xfrm rot="-5400000">
            <a:off x="1000630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5"/>
          <p:cNvSpPr/>
          <p:nvPr/>
        </p:nvSpPr>
        <p:spPr>
          <a:xfrm rot="-5400000">
            <a:off x="916376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5"/>
          <p:cNvSpPr/>
          <p:nvPr/>
        </p:nvSpPr>
        <p:spPr>
          <a:xfrm rot="-5400000">
            <a:off x="11691380"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5"/>
          <p:cNvSpPr/>
          <p:nvPr/>
        </p:nvSpPr>
        <p:spPr>
          <a:xfrm rot="-5400000">
            <a:off x="10848841"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5"/>
          <p:cNvSpPr/>
          <p:nvPr/>
        </p:nvSpPr>
        <p:spPr>
          <a:xfrm rot="-5400000">
            <a:off x="733383" y="4185695"/>
            <a:ext cx="232840" cy="539772"/>
          </a:xfrm>
          <a:custGeom>
            <a:rect b="b" l="l" r="r" t="t"/>
            <a:pathLst>
              <a:path extrusionOk="0" h="539772" w="232840">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rgbClr val="AB64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5"/>
          <p:cNvSpPr/>
          <p:nvPr/>
        </p:nvSpPr>
        <p:spPr>
          <a:xfrm>
            <a:off x="812619" y="4561319"/>
            <a:ext cx="11030995" cy="10682"/>
          </a:xfrm>
          <a:custGeom>
            <a:rect b="b" l="l" r="r" t="t"/>
            <a:pathLst>
              <a:path extrusionOk="0" h="10682" w="11030995">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5"/>
          <p:cNvSpPr/>
          <p:nvPr/>
        </p:nvSpPr>
        <p:spPr>
          <a:xfrm>
            <a:off x="712049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5"/>
          <p:cNvSpPr/>
          <p:nvPr/>
        </p:nvSpPr>
        <p:spPr>
          <a:xfrm>
            <a:off x="37745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5"/>
          <p:cNvSpPr/>
          <p:nvPr/>
        </p:nvSpPr>
        <p:spPr>
          <a:xfrm>
            <a:off x="122033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5"/>
          <p:cNvSpPr/>
          <p:nvPr/>
        </p:nvSpPr>
        <p:spPr>
          <a:xfrm>
            <a:off x="206321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5"/>
          <p:cNvSpPr/>
          <p:nvPr/>
        </p:nvSpPr>
        <p:spPr>
          <a:xfrm>
            <a:off x="290609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5"/>
          <p:cNvSpPr/>
          <p:nvPr/>
        </p:nvSpPr>
        <p:spPr>
          <a:xfrm>
            <a:off x="374897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5"/>
          <p:cNvSpPr/>
          <p:nvPr/>
        </p:nvSpPr>
        <p:spPr>
          <a:xfrm>
            <a:off x="459185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5"/>
          <p:cNvSpPr/>
          <p:nvPr/>
        </p:nvSpPr>
        <p:spPr>
          <a:xfrm>
            <a:off x="543473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5"/>
          <p:cNvSpPr/>
          <p:nvPr/>
        </p:nvSpPr>
        <p:spPr>
          <a:xfrm>
            <a:off x="627761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5"/>
          <p:cNvSpPr/>
          <p:nvPr/>
        </p:nvSpPr>
        <p:spPr>
          <a:xfrm>
            <a:off x="880625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5"/>
          <p:cNvSpPr/>
          <p:nvPr/>
        </p:nvSpPr>
        <p:spPr>
          <a:xfrm>
            <a:off x="796337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5"/>
          <p:cNvSpPr/>
          <p:nvPr/>
        </p:nvSpPr>
        <p:spPr>
          <a:xfrm>
            <a:off x="1049201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5"/>
          <p:cNvSpPr/>
          <p:nvPr/>
        </p:nvSpPr>
        <p:spPr>
          <a:xfrm>
            <a:off x="964913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5"/>
          <p:cNvSpPr/>
          <p:nvPr/>
        </p:nvSpPr>
        <p:spPr>
          <a:xfrm>
            <a:off x="11334899" y="365858"/>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5"/>
          <p:cNvSpPr/>
          <p:nvPr/>
        </p:nvSpPr>
        <p:spPr>
          <a:xfrm>
            <a:off x="712049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5"/>
          <p:cNvSpPr/>
          <p:nvPr/>
        </p:nvSpPr>
        <p:spPr>
          <a:xfrm>
            <a:off x="37745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5"/>
          <p:cNvSpPr/>
          <p:nvPr/>
        </p:nvSpPr>
        <p:spPr>
          <a:xfrm>
            <a:off x="122033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5"/>
          <p:cNvSpPr/>
          <p:nvPr/>
        </p:nvSpPr>
        <p:spPr>
          <a:xfrm>
            <a:off x="206321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5"/>
          <p:cNvSpPr/>
          <p:nvPr/>
        </p:nvSpPr>
        <p:spPr>
          <a:xfrm>
            <a:off x="290609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5"/>
          <p:cNvSpPr/>
          <p:nvPr/>
        </p:nvSpPr>
        <p:spPr>
          <a:xfrm>
            <a:off x="374897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5"/>
          <p:cNvSpPr/>
          <p:nvPr/>
        </p:nvSpPr>
        <p:spPr>
          <a:xfrm>
            <a:off x="459185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5"/>
          <p:cNvSpPr/>
          <p:nvPr/>
        </p:nvSpPr>
        <p:spPr>
          <a:xfrm>
            <a:off x="543473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5"/>
          <p:cNvSpPr/>
          <p:nvPr/>
        </p:nvSpPr>
        <p:spPr>
          <a:xfrm>
            <a:off x="627761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5"/>
          <p:cNvSpPr/>
          <p:nvPr/>
        </p:nvSpPr>
        <p:spPr>
          <a:xfrm>
            <a:off x="880625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5"/>
          <p:cNvSpPr/>
          <p:nvPr/>
        </p:nvSpPr>
        <p:spPr>
          <a:xfrm>
            <a:off x="796337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5"/>
          <p:cNvSpPr/>
          <p:nvPr/>
        </p:nvSpPr>
        <p:spPr>
          <a:xfrm>
            <a:off x="1049201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5"/>
          <p:cNvSpPr/>
          <p:nvPr/>
        </p:nvSpPr>
        <p:spPr>
          <a:xfrm>
            <a:off x="964913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5"/>
          <p:cNvSpPr/>
          <p:nvPr/>
        </p:nvSpPr>
        <p:spPr>
          <a:xfrm>
            <a:off x="11334899" y="121135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5"/>
          <p:cNvSpPr/>
          <p:nvPr/>
        </p:nvSpPr>
        <p:spPr>
          <a:xfrm>
            <a:off x="712049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5"/>
          <p:cNvSpPr/>
          <p:nvPr/>
        </p:nvSpPr>
        <p:spPr>
          <a:xfrm>
            <a:off x="37745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5"/>
          <p:cNvSpPr/>
          <p:nvPr/>
        </p:nvSpPr>
        <p:spPr>
          <a:xfrm>
            <a:off x="122033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5"/>
          <p:cNvSpPr/>
          <p:nvPr/>
        </p:nvSpPr>
        <p:spPr>
          <a:xfrm>
            <a:off x="206321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5"/>
          <p:cNvSpPr/>
          <p:nvPr/>
        </p:nvSpPr>
        <p:spPr>
          <a:xfrm>
            <a:off x="290609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5"/>
          <p:cNvSpPr/>
          <p:nvPr/>
        </p:nvSpPr>
        <p:spPr>
          <a:xfrm>
            <a:off x="374897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5"/>
          <p:cNvSpPr/>
          <p:nvPr/>
        </p:nvSpPr>
        <p:spPr>
          <a:xfrm>
            <a:off x="459185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5"/>
          <p:cNvSpPr/>
          <p:nvPr/>
        </p:nvSpPr>
        <p:spPr>
          <a:xfrm>
            <a:off x="543473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5"/>
          <p:cNvSpPr/>
          <p:nvPr/>
        </p:nvSpPr>
        <p:spPr>
          <a:xfrm>
            <a:off x="627761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5"/>
          <p:cNvSpPr/>
          <p:nvPr/>
        </p:nvSpPr>
        <p:spPr>
          <a:xfrm>
            <a:off x="880625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5"/>
          <p:cNvSpPr/>
          <p:nvPr/>
        </p:nvSpPr>
        <p:spPr>
          <a:xfrm>
            <a:off x="796337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5"/>
          <p:cNvSpPr/>
          <p:nvPr/>
        </p:nvSpPr>
        <p:spPr>
          <a:xfrm>
            <a:off x="1049201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5"/>
          <p:cNvSpPr/>
          <p:nvPr/>
        </p:nvSpPr>
        <p:spPr>
          <a:xfrm>
            <a:off x="964913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5"/>
          <p:cNvSpPr/>
          <p:nvPr/>
        </p:nvSpPr>
        <p:spPr>
          <a:xfrm>
            <a:off x="11334899" y="2053953"/>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5"/>
          <p:cNvSpPr/>
          <p:nvPr/>
        </p:nvSpPr>
        <p:spPr>
          <a:xfrm>
            <a:off x="712049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5"/>
          <p:cNvSpPr/>
          <p:nvPr/>
        </p:nvSpPr>
        <p:spPr>
          <a:xfrm>
            <a:off x="37745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5"/>
          <p:cNvSpPr/>
          <p:nvPr/>
        </p:nvSpPr>
        <p:spPr>
          <a:xfrm>
            <a:off x="122033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5"/>
          <p:cNvSpPr/>
          <p:nvPr/>
        </p:nvSpPr>
        <p:spPr>
          <a:xfrm>
            <a:off x="206321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5"/>
          <p:cNvSpPr/>
          <p:nvPr/>
        </p:nvSpPr>
        <p:spPr>
          <a:xfrm>
            <a:off x="290609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5"/>
          <p:cNvSpPr/>
          <p:nvPr/>
        </p:nvSpPr>
        <p:spPr>
          <a:xfrm>
            <a:off x="374897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5"/>
          <p:cNvSpPr/>
          <p:nvPr/>
        </p:nvSpPr>
        <p:spPr>
          <a:xfrm>
            <a:off x="459185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5"/>
          <p:cNvSpPr/>
          <p:nvPr/>
        </p:nvSpPr>
        <p:spPr>
          <a:xfrm>
            <a:off x="543473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5"/>
          <p:cNvSpPr/>
          <p:nvPr/>
        </p:nvSpPr>
        <p:spPr>
          <a:xfrm>
            <a:off x="627761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5"/>
          <p:cNvSpPr/>
          <p:nvPr/>
        </p:nvSpPr>
        <p:spPr>
          <a:xfrm>
            <a:off x="880625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5"/>
          <p:cNvSpPr/>
          <p:nvPr/>
        </p:nvSpPr>
        <p:spPr>
          <a:xfrm>
            <a:off x="796337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5"/>
          <p:cNvSpPr/>
          <p:nvPr/>
        </p:nvSpPr>
        <p:spPr>
          <a:xfrm>
            <a:off x="1049201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5"/>
          <p:cNvSpPr/>
          <p:nvPr/>
        </p:nvSpPr>
        <p:spPr>
          <a:xfrm>
            <a:off x="964913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5"/>
          <p:cNvSpPr/>
          <p:nvPr/>
        </p:nvSpPr>
        <p:spPr>
          <a:xfrm>
            <a:off x="11334899" y="2902626"/>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5"/>
          <p:cNvSpPr/>
          <p:nvPr/>
        </p:nvSpPr>
        <p:spPr>
          <a:xfrm>
            <a:off x="712049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5"/>
          <p:cNvSpPr/>
          <p:nvPr/>
        </p:nvSpPr>
        <p:spPr>
          <a:xfrm>
            <a:off x="37745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5"/>
          <p:cNvSpPr/>
          <p:nvPr/>
        </p:nvSpPr>
        <p:spPr>
          <a:xfrm>
            <a:off x="122033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5"/>
          <p:cNvSpPr/>
          <p:nvPr/>
        </p:nvSpPr>
        <p:spPr>
          <a:xfrm>
            <a:off x="206321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5"/>
          <p:cNvSpPr/>
          <p:nvPr/>
        </p:nvSpPr>
        <p:spPr>
          <a:xfrm>
            <a:off x="290609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5"/>
          <p:cNvSpPr/>
          <p:nvPr/>
        </p:nvSpPr>
        <p:spPr>
          <a:xfrm>
            <a:off x="374897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5"/>
          <p:cNvSpPr/>
          <p:nvPr/>
        </p:nvSpPr>
        <p:spPr>
          <a:xfrm>
            <a:off x="459185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5"/>
          <p:cNvSpPr/>
          <p:nvPr/>
        </p:nvSpPr>
        <p:spPr>
          <a:xfrm>
            <a:off x="543473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5"/>
          <p:cNvSpPr/>
          <p:nvPr/>
        </p:nvSpPr>
        <p:spPr>
          <a:xfrm>
            <a:off x="627761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5"/>
          <p:cNvSpPr/>
          <p:nvPr/>
        </p:nvSpPr>
        <p:spPr>
          <a:xfrm>
            <a:off x="880625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5"/>
          <p:cNvSpPr/>
          <p:nvPr/>
        </p:nvSpPr>
        <p:spPr>
          <a:xfrm>
            <a:off x="796337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5"/>
          <p:cNvSpPr/>
          <p:nvPr/>
        </p:nvSpPr>
        <p:spPr>
          <a:xfrm>
            <a:off x="1049201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5"/>
          <p:cNvSpPr/>
          <p:nvPr/>
        </p:nvSpPr>
        <p:spPr>
          <a:xfrm>
            <a:off x="964913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5"/>
          <p:cNvSpPr/>
          <p:nvPr/>
        </p:nvSpPr>
        <p:spPr>
          <a:xfrm>
            <a:off x="11334899" y="3746805"/>
            <a:ext cx="100015" cy="100014"/>
          </a:xfrm>
          <a:prstGeom prst="ellipse">
            <a:avLst/>
          </a:prstGeom>
          <a:solidFill>
            <a:schemeClr val="lt1"/>
          </a:solidFill>
          <a:ln cap="flat" cmpd="sng" w="13950">
            <a:solidFill>
              <a:srgbClr val="AB64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5"/>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5" name="Google Shape;925;p35"/>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926" name="Google Shape;926;p35"/>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7" name="Google Shape;927;p35"/>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8" name="Google Shape;928;p35"/>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929" name="Google Shape;929;p35"/>
          <p:cNvCxnSpPr/>
          <p:nvPr/>
        </p:nvCxnSpPr>
        <p:spPr>
          <a:xfrm rot="10800000">
            <a:off x="8386842" y="5264106"/>
            <a:ext cx="0" cy="914400"/>
          </a:xfrm>
          <a:prstGeom prst="straightConnector1">
            <a:avLst/>
          </a:prstGeom>
          <a:noFill/>
          <a:ln cap="flat" cmpd="sng" w="19050">
            <a:solidFill>
              <a:srgbClr val="AB641D"/>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30" name="Shape 930"/>
        <p:cNvGrpSpPr/>
        <p:nvPr/>
      </p:nvGrpSpPr>
      <p:grpSpPr>
        <a:xfrm>
          <a:off x="0" y="0"/>
          <a:ext cx="0" cy="0"/>
          <a:chOff x="0" y="0"/>
          <a:chExt cx="0" cy="0"/>
        </a:xfrm>
      </p:grpSpPr>
      <p:sp>
        <p:nvSpPr>
          <p:cNvPr id="931" name="Google Shape;931;p3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2" name="Google Shape;932;p36"/>
          <p:cNvSpPr txBox="1"/>
          <p:nvPr>
            <p:ph idx="1" type="body"/>
          </p:nvPr>
        </p:nvSpPr>
        <p:spPr>
          <a:xfrm>
            <a:off x="1024128"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33" name="Google Shape;933;p36"/>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34" name="Google Shape;934;p36"/>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5" name="Google Shape;935;p36"/>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6" name="Google Shape;936;p36"/>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7" name="Shape 937"/>
        <p:cNvGrpSpPr/>
        <p:nvPr/>
      </p:nvGrpSpPr>
      <p:grpSpPr>
        <a:xfrm>
          <a:off x="0" y="0"/>
          <a:ext cx="0" cy="0"/>
          <a:chOff x="0" y="0"/>
          <a:chExt cx="0" cy="0"/>
        </a:xfrm>
      </p:grpSpPr>
      <p:sp>
        <p:nvSpPr>
          <p:cNvPr id="938" name="Google Shape;938;p3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9" name="Google Shape;939;p37"/>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3"/>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940" name="Google Shape;940;p37"/>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1" name="Google Shape;941;p37"/>
          <p:cNvSpPr txBox="1"/>
          <p:nvPr>
            <p:ph idx="3" type="body"/>
          </p:nvPr>
        </p:nvSpPr>
        <p:spPr>
          <a:xfrm>
            <a:off x="5989320"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3"/>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942" name="Google Shape;942;p37"/>
          <p:cNvSpPr txBox="1"/>
          <p:nvPr>
            <p:ph idx="4" type="body"/>
          </p:nvPr>
        </p:nvSpPr>
        <p:spPr>
          <a:xfrm>
            <a:off x="5989320"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3" name="Google Shape;943;p37"/>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4" name="Google Shape;944;p37"/>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5" name="Google Shape;945;p37"/>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6" name="Shape 946"/>
        <p:cNvGrpSpPr/>
        <p:nvPr/>
      </p:nvGrpSpPr>
      <p:grpSpPr>
        <a:xfrm>
          <a:off x="0" y="0"/>
          <a:ext cx="0" cy="0"/>
          <a:chOff x="0" y="0"/>
          <a:chExt cx="0" cy="0"/>
        </a:xfrm>
      </p:grpSpPr>
      <p:sp>
        <p:nvSpPr>
          <p:cNvPr id="947" name="Google Shape;947;p3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8" name="Google Shape;948;p38"/>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9" name="Google Shape;949;p38"/>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0" name="Google Shape;950;p38"/>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951" name="Shape 951"/>
        <p:cNvGrpSpPr/>
        <p:nvPr/>
      </p:nvGrpSpPr>
      <p:grpSpPr>
        <a:xfrm>
          <a:off x="0" y="0"/>
          <a:ext cx="0" cy="0"/>
          <a:chOff x="0" y="0"/>
          <a:chExt cx="0" cy="0"/>
        </a:xfrm>
      </p:grpSpPr>
      <p:sp>
        <p:nvSpPr>
          <p:cNvPr id="952" name="Google Shape;952;p39"/>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3" name="Google Shape;953;p39"/>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4" name="Google Shape;954;p39"/>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55" name="Shape 955"/>
        <p:cNvGrpSpPr/>
        <p:nvPr/>
      </p:nvGrpSpPr>
      <p:grpSpPr>
        <a:xfrm>
          <a:off x="0" y="0"/>
          <a:ext cx="0" cy="0"/>
          <a:chOff x="0" y="0"/>
          <a:chExt cx="0" cy="0"/>
        </a:xfrm>
      </p:grpSpPr>
      <p:sp>
        <p:nvSpPr>
          <p:cNvPr id="956" name="Google Shape;956;p40"/>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7" name="Google Shape;957;p40"/>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958" name="Google Shape;958;p40"/>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959" name="Google Shape;959;p40"/>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0" name="Google Shape;960;p40"/>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1" name="Google Shape;961;p40"/>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962" name="Shape 962"/>
        <p:cNvGrpSpPr/>
        <p:nvPr/>
      </p:nvGrpSpPr>
      <p:grpSpPr>
        <a:xfrm>
          <a:off x="0" y="0"/>
          <a:ext cx="0" cy="0"/>
          <a:chOff x="0" y="0"/>
          <a:chExt cx="0" cy="0"/>
        </a:xfrm>
      </p:grpSpPr>
      <p:sp>
        <p:nvSpPr>
          <p:cNvPr id="963" name="Google Shape;963;p41"/>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4" name="Google Shape;964;p41"/>
          <p:cNvSpPr/>
          <p:nvPr>
            <p:ph idx="2" type="pic"/>
          </p:nvPr>
        </p:nvSpPr>
        <p:spPr>
          <a:xfrm>
            <a:off x="0" y="-1"/>
            <a:ext cx="12188952" cy="4572000"/>
          </a:xfrm>
          <a:prstGeom prst="rect">
            <a:avLst/>
          </a:prstGeom>
          <a:solidFill>
            <a:srgbClr val="EEE09A"/>
          </a:solidFill>
          <a:ln>
            <a:noFill/>
          </a:ln>
        </p:spPr>
      </p:sp>
      <p:sp>
        <p:nvSpPr>
          <p:cNvPr id="965" name="Google Shape;965;p41"/>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966" name="Google Shape;966;p41"/>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7" name="Google Shape;967;p41"/>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8" name="Google Shape;968;p41"/>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969" name="Google Shape;969;p41"/>
          <p:cNvCxnSpPr/>
          <p:nvPr/>
        </p:nvCxnSpPr>
        <p:spPr>
          <a:xfrm rot="10800000">
            <a:off x="8386842" y="5264106"/>
            <a:ext cx="0" cy="9144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70" name="Shape 970"/>
        <p:cNvGrpSpPr/>
        <p:nvPr/>
      </p:nvGrpSpPr>
      <p:grpSpPr>
        <a:xfrm>
          <a:off x="0" y="0"/>
          <a:ext cx="0" cy="0"/>
          <a:chOff x="0" y="0"/>
          <a:chExt cx="0" cy="0"/>
        </a:xfrm>
      </p:grpSpPr>
      <p:sp>
        <p:nvSpPr>
          <p:cNvPr id="971" name="Google Shape;971;p4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2" name="Google Shape;972;p42"/>
          <p:cNvSpPr txBox="1"/>
          <p:nvPr>
            <p:ph idx="1" type="body"/>
          </p:nvPr>
        </p:nvSpPr>
        <p:spPr>
          <a:xfrm rot="5400000">
            <a:off x="3872484" y="-562355"/>
            <a:ext cx="4023360" cy="9720071"/>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73" name="Google Shape;973;p42"/>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4" name="Google Shape;974;p42"/>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5" name="Google Shape;975;p42"/>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76" name="Shape 976"/>
        <p:cNvGrpSpPr/>
        <p:nvPr/>
      </p:nvGrpSpPr>
      <p:grpSpPr>
        <a:xfrm>
          <a:off x="0" y="0"/>
          <a:ext cx="0" cy="0"/>
          <a:chOff x="0" y="0"/>
          <a:chExt cx="0" cy="0"/>
        </a:xfrm>
      </p:grpSpPr>
      <p:sp>
        <p:nvSpPr>
          <p:cNvPr id="977" name="Google Shape;977;p43"/>
          <p:cNvSpPr txBox="1"/>
          <p:nvPr>
            <p:ph type="title"/>
          </p:nvPr>
        </p:nvSpPr>
        <p:spPr>
          <a:xfrm rot="5400000">
            <a:off x="7334250"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8" name="Google Shape;978;p43"/>
          <p:cNvSpPr txBox="1"/>
          <p:nvPr>
            <p:ph idx="1" type="body"/>
          </p:nvPr>
        </p:nvSpPr>
        <p:spPr>
          <a:xfrm rot="5400000">
            <a:off x="2076450"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79" name="Google Shape;979;p43"/>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0" name="Google Shape;980;p43"/>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1" name="Google Shape;981;p43"/>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982" name="Google Shape;982;p43"/>
          <p:cNvCxnSpPr/>
          <p:nvPr/>
        </p:nvCxnSpPr>
        <p:spPr>
          <a:xfrm rot="10800000">
            <a:off x="10058400" y="59263"/>
            <a:ext cx="0" cy="9144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3"/>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3"/>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32"/>
          <p:cNvSpPr txBox="1"/>
          <p:nvPr>
            <p:ph idx="10" type="dt"/>
          </p:nvPr>
        </p:nvSpPr>
        <p:spPr>
          <a:xfrm>
            <a:off x="1024128" y="6470704"/>
            <a:ext cx="2154142"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32"/>
          <p:cNvSpPr txBox="1"/>
          <p:nvPr>
            <p:ph idx="11" type="ftr"/>
          </p:nvPr>
        </p:nvSpPr>
        <p:spPr>
          <a:xfrm>
            <a:off x="4842932" y="6470704"/>
            <a:ext cx="5901458"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32"/>
          <p:cNvSpPr txBox="1"/>
          <p:nvPr>
            <p:ph idx="12" type="sldNum"/>
          </p:nvPr>
        </p:nvSpPr>
        <p:spPr>
          <a:xfrm>
            <a:off x="10837334" y="6470704"/>
            <a:ext cx="973666"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fr-FR"/>
              <a:t>‹#›</a:t>
            </a:fld>
            <a:endParaRPr/>
          </a:p>
        </p:txBody>
      </p:sp>
      <p:cxnSp>
        <p:nvCxnSpPr>
          <p:cNvPr id="15" name="Google Shape;15;p32"/>
          <p:cNvCxnSpPr/>
          <p:nvPr/>
        </p:nvCxnSpPr>
        <p:spPr>
          <a:xfrm rot="10800000">
            <a:off x="762000" y="826324"/>
            <a:ext cx="0" cy="914400"/>
          </a:xfrm>
          <a:prstGeom prst="straightConnector1">
            <a:avLst/>
          </a:prstGeom>
          <a:noFill/>
          <a:ln cap="flat" cmpd="sng" w="19050">
            <a:solidFill>
              <a:schemeClr val="accent3"/>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
          <p:cNvSpPr txBox="1"/>
          <p:nvPr>
            <p:ph type="ctrTitle"/>
          </p:nvPr>
        </p:nvSpPr>
        <p:spPr>
          <a:xfrm>
            <a:off x="335360" y="4323879"/>
            <a:ext cx="7848600" cy="2534121"/>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rgbClr val="0C0C0C"/>
              </a:buClr>
              <a:buSzPts val="4000"/>
              <a:buFont typeface="Twentieth Century"/>
              <a:buNone/>
            </a:pPr>
            <a:r>
              <a:rPr b="1" lang="fr-FR" sz="4000"/>
              <a:t>SURVEILLANCE DU NOUVEAU-NÉ EN SOINS INTENSIFS</a:t>
            </a:r>
            <a:endParaRPr/>
          </a:p>
        </p:txBody>
      </p:sp>
      <p:sp>
        <p:nvSpPr>
          <p:cNvPr id="988" name="Google Shape;988;p1"/>
          <p:cNvSpPr txBox="1"/>
          <p:nvPr>
            <p:ph idx="1" type="subTitle"/>
          </p:nvPr>
        </p:nvSpPr>
        <p:spPr>
          <a:xfrm>
            <a:off x="8484704" y="4869160"/>
            <a:ext cx="358796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SzPts val="2000"/>
              <a:buNone/>
            </a:pPr>
            <a:r>
              <a:rPr b="1" lang="fr-FR" sz="2000">
                <a:solidFill>
                  <a:srgbClr val="868727"/>
                </a:solidFill>
              </a:rPr>
              <a:t>Dr. Khlifi Ameni</a:t>
            </a:r>
            <a:endParaRPr b="1" sz="2000">
              <a:solidFill>
                <a:srgbClr val="868727"/>
              </a:solidFill>
            </a:endParaRPr>
          </a:p>
          <a:p>
            <a:pPr indent="0" lvl="0" marL="0" rtl="0" algn="just">
              <a:lnSpc>
                <a:spcPct val="100000"/>
              </a:lnSpc>
              <a:spcBef>
                <a:spcPts val="200"/>
              </a:spcBef>
              <a:spcAft>
                <a:spcPts val="0"/>
              </a:spcAft>
              <a:buSzPts val="2000"/>
              <a:buNone/>
            </a:pPr>
            <a:r>
              <a:rPr b="1" lang="fr-FR" sz="2000">
                <a:solidFill>
                  <a:schemeClr val="accent2"/>
                </a:solidFill>
              </a:rPr>
              <a:t>AHU, service de médecine et de réanimation néonatale</a:t>
            </a:r>
            <a:endParaRPr/>
          </a:p>
          <a:p>
            <a:pPr indent="0" lvl="0" marL="0" rtl="0" algn="just">
              <a:lnSpc>
                <a:spcPct val="100000"/>
              </a:lnSpc>
              <a:spcBef>
                <a:spcPts val="200"/>
              </a:spcBef>
              <a:spcAft>
                <a:spcPts val="0"/>
              </a:spcAft>
              <a:buSzPts val="2000"/>
              <a:buNone/>
            </a:pPr>
            <a:r>
              <a:rPr b="1" lang="fr-FR" sz="2000">
                <a:solidFill>
                  <a:schemeClr val="accent2"/>
                </a:solidFill>
              </a:rPr>
              <a:t>CHU Farhat Hached ,Sousse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UNITÉ DE SOINS INTENSIF NÉONATALE (USIN)</a:t>
            </a:r>
            <a:endParaRPr/>
          </a:p>
        </p:txBody>
      </p:sp>
      <p:sp>
        <p:nvSpPr>
          <p:cNvPr id="994" name="Google Shape;994;p2"/>
          <p:cNvSpPr txBox="1"/>
          <p:nvPr>
            <p:ph idx="1" type="body"/>
          </p:nvPr>
        </p:nvSpPr>
        <p:spPr>
          <a:xfrm>
            <a:off x="1024128" y="2780928"/>
            <a:ext cx="9720071" cy="3528432"/>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Font typeface="Noto Sans Symbols"/>
              <a:buChar char="❑"/>
            </a:pPr>
            <a:r>
              <a:rPr lang="fr-FR"/>
              <a:t> </a:t>
            </a:r>
            <a:r>
              <a:rPr lang="fr-FR" sz="2800"/>
              <a:t>Les unités de néonatologie sont planifiées selon les besoins techniques nécessaires pour les soins aux prématurés et aux nouveau-nés malades.</a:t>
            </a:r>
            <a:endParaRPr/>
          </a:p>
          <a:p>
            <a:pPr indent="-177800" lvl="0" marL="91440" rtl="0" algn="just">
              <a:lnSpc>
                <a:spcPct val="90000"/>
              </a:lnSpc>
              <a:spcBef>
                <a:spcPts val="1400"/>
              </a:spcBef>
              <a:spcAft>
                <a:spcPts val="0"/>
              </a:spcAft>
              <a:buSzPts val="2800"/>
              <a:buFont typeface="Noto Sans Symbols"/>
              <a:buChar char="❑"/>
            </a:pPr>
            <a:r>
              <a:rPr lang="fr-FR" sz="2800"/>
              <a:t> Quand sa vie semble fragilisée, le bébé né prématuré, hypotrophe ou malade est pris en charge en unité de soins intensifs par l’équipe de néonatologie.</a:t>
            </a:r>
            <a:endParaRPr/>
          </a:p>
          <a:p>
            <a:pPr indent="0" lvl="0" marL="0" rtl="0" algn="just">
              <a:lnSpc>
                <a:spcPct val="90000"/>
              </a:lnSpc>
              <a:spcBef>
                <a:spcPts val="1400"/>
              </a:spcBef>
              <a:spcAft>
                <a:spcPts val="0"/>
              </a:spcAft>
              <a:buSzPts val="2800"/>
              <a:buNone/>
            </a:pPr>
            <a:r>
              <a:t/>
            </a:r>
            <a:endParaRPr sz="2800"/>
          </a:p>
          <a:p>
            <a:pPr indent="0" lvl="0" marL="91440" rtl="0" algn="just">
              <a:lnSpc>
                <a:spcPct val="90000"/>
              </a:lnSpc>
              <a:spcBef>
                <a:spcPts val="1400"/>
              </a:spcBef>
              <a:spcAft>
                <a:spcPts val="0"/>
              </a:spcAft>
              <a:buSzPts val="28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3"/>
          <p:cNvSpPr txBox="1"/>
          <p:nvPr>
            <p:ph type="title"/>
          </p:nvPr>
        </p:nvSpPr>
        <p:spPr>
          <a:xfrm>
            <a:off x="1024128" y="585216"/>
            <a:ext cx="6079984" cy="1331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LES NOUVEAU-NÉS EN USIN </a:t>
            </a:r>
            <a:endParaRPr/>
          </a:p>
        </p:txBody>
      </p:sp>
      <p:sp>
        <p:nvSpPr>
          <p:cNvPr id="1000" name="Google Shape;1000;p3"/>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177800" lvl="0" marL="91440" rtl="0" algn="just">
              <a:lnSpc>
                <a:spcPct val="90000"/>
              </a:lnSpc>
              <a:spcBef>
                <a:spcPts val="0"/>
              </a:spcBef>
              <a:spcAft>
                <a:spcPts val="0"/>
              </a:spcAft>
              <a:buSzPts val="2800"/>
              <a:buFont typeface="Noto Sans Symbols"/>
              <a:buChar char="❑"/>
            </a:pPr>
            <a:r>
              <a:rPr lang="fr-FR" sz="2800"/>
              <a:t> La surveillance du Nné en USIN nécessite:</a:t>
            </a:r>
            <a:endParaRPr/>
          </a:p>
          <a:p>
            <a:pPr indent="-177800" lvl="0" marL="91440" rtl="0" algn="just">
              <a:lnSpc>
                <a:spcPct val="90000"/>
              </a:lnSpc>
              <a:spcBef>
                <a:spcPts val="1400"/>
              </a:spcBef>
              <a:spcAft>
                <a:spcPts val="0"/>
              </a:spcAft>
              <a:buSzPts val="2800"/>
              <a:buFont typeface="Noto Sans Symbols"/>
              <a:buChar char="⮚"/>
            </a:pPr>
            <a:r>
              <a:rPr lang="fr-FR" sz="2800"/>
              <a:t> Un équipement à la pointe pour assurer une surveillance intensive et/ou la suppléance d’une fonction vitale chez des nnés prématurés ou malades.</a:t>
            </a:r>
            <a:endParaRPr sz="2800"/>
          </a:p>
          <a:p>
            <a:pPr indent="-177800" lvl="0" marL="91440" rtl="0" algn="just">
              <a:lnSpc>
                <a:spcPct val="90000"/>
              </a:lnSpc>
              <a:spcBef>
                <a:spcPts val="1400"/>
              </a:spcBef>
              <a:spcAft>
                <a:spcPts val="0"/>
              </a:spcAft>
              <a:buSzPts val="2800"/>
              <a:buFont typeface="Noto Sans Symbols"/>
              <a:buChar char="⮚"/>
            </a:pPr>
            <a:r>
              <a:rPr lang="fr-FR" sz="2800"/>
              <a:t> Une équipe soignante formée en médecine intensive et capable de faire face à des situations très graves et complexes sur le plan médical tout en soutenant les parents souvent désemparés et anxieux.</a:t>
            </a:r>
            <a:endParaRPr sz="2800"/>
          </a:p>
          <a:p>
            <a:pPr indent="0" lvl="0" marL="91440" rtl="0" algn="just">
              <a:lnSpc>
                <a:spcPct val="90000"/>
              </a:lnSpc>
              <a:spcBef>
                <a:spcPts val="1400"/>
              </a:spcBef>
              <a:spcAft>
                <a:spcPts val="0"/>
              </a:spcAft>
              <a:buSzPts val="28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LES NOUVEAU-NÉS EN USIN </a:t>
            </a:r>
            <a:endParaRPr/>
          </a:p>
        </p:txBody>
      </p:sp>
      <p:sp>
        <p:nvSpPr>
          <p:cNvPr id="1006" name="Google Shape;1006;p4"/>
          <p:cNvSpPr txBox="1"/>
          <p:nvPr>
            <p:ph idx="1" type="body"/>
          </p:nvPr>
        </p:nvSpPr>
        <p:spPr>
          <a:xfrm>
            <a:off x="1024128" y="2492896"/>
            <a:ext cx="9720071" cy="3816464"/>
          </a:xfrm>
          <a:prstGeom prst="rect">
            <a:avLst/>
          </a:prstGeom>
          <a:noFill/>
          <a:ln>
            <a:noFill/>
          </a:ln>
        </p:spPr>
        <p:txBody>
          <a:bodyPr anchorCtr="0" anchor="t" bIns="45700" lIns="45700" spcFirstLastPara="1" rIns="45700" wrap="square" tIns="45700">
            <a:noAutofit/>
          </a:bodyPr>
          <a:lstStyle/>
          <a:p>
            <a:pPr indent="-203200" lvl="0" marL="91440" rtl="0" algn="just">
              <a:lnSpc>
                <a:spcPct val="90000"/>
              </a:lnSpc>
              <a:spcBef>
                <a:spcPts val="0"/>
              </a:spcBef>
              <a:spcAft>
                <a:spcPts val="0"/>
              </a:spcAft>
              <a:buSzPts val="3200"/>
              <a:buChar char=" "/>
            </a:pPr>
            <a:r>
              <a:rPr lang="fr-FR" sz="3200"/>
              <a:t>En aval des urgences dont le rôle est de stabiliser l’état de santé dans les premiers instants, du bloc opératoire ou de la salle d’accouchement, les soins intensifs en néonatologie ont comme mission de prendre en charge tout nouveau-né, dont les fonctions vitales (respiratoire, hémodynamique, neurologique) sont mises en jeu et qui nécessite une surveillance étroite ou un geste thérapeutique.</a:t>
            </a:r>
            <a:endParaRPr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6000"/>
              <a:buFont typeface="Twentieth Century"/>
              <a:buNone/>
            </a:pPr>
            <a:r>
              <a:rPr lang="fr-FR" sz="6000"/>
              <a:t>LA SURVEILLANCE</a:t>
            </a:r>
            <a:br>
              <a:rPr lang="fr-FR" sz="6000"/>
            </a:br>
            <a:endParaRPr sz="6000"/>
          </a:p>
        </p:txBody>
      </p:sp>
      <p:sp>
        <p:nvSpPr>
          <p:cNvPr id="1012" name="Google Shape;1012;p5"/>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152400" lvl="0" marL="91440" rtl="0" algn="l">
              <a:lnSpc>
                <a:spcPct val="90000"/>
              </a:lnSpc>
              <a:spcBef>
                <a:spcPts val="0"/>
              </a:spcBef>
              <a:spcAft>
                <a:spcPts val="0"/>
              </a:spcAft>
              <a:buSzPts val="2400"/>
              <a:buChar char=" "/>
            </a:pPr>
            <a:r>
              <a:rPr lang="fr-FR" sz="2400"/>
              <a:t>Les différents points de surveillance sont :</a:t>
            </a:r>
            <a:endParaRPr/>
          </a:p>
          <a:p>
            <a:pPr indent="-137159" lvl="1" marL="265176" rtl="0" algn="l">
              <a:lnSpc>
                <a:spcPct val="90000"/>
              </a:lnSpc>
              <a:spcBef>
                <a:spcPts val="400"/>
              </a:spcBef>
              <a:spcAft>
                <a:spcPts val="0"/>
              </a:spcAft>
              <a:buSzPts val="2000"/>
              <a:buFont typeface="Noto Sans Symbols"/>
              <a:buChar char="⮚"/>
            </a:pPr>
            <a:r>
              <a:rPr lang="fr-FR" sz="2000"/>
              <a:t>L’état respiratoire  </a:t>
            </a:r>
            <a:endParaRPr/>
          </a:p>
          <a:p>
            <a:pPr indent="-137159" lvl="1" marL="265176" rtl="0" algn="l">
              <a:lnSpc>
                <a:spcPct val="90000"/>
              </a:lnSpc>
              <a:spcBef>
                <a:spcPts val="600"/>
              </a:spcBef>
              <a:spcAft>
                <a:spcPts val="0"/>
              </a:spcAft>
              <a:buSzPts val="2000"/>
              <a:buFont typeface="Noto Sans Symbols"/>
              <a:buChar char="⮚"/>
            </a:pPr>
            <a:r>
              <a:rPr lang="fr-FR" sz="2000"/>
              <a:t>L’état hémodynamique</a:t>
            </a:r>
            <a:endParaRPr/>
          </a:p>
          <a:p>
            <a:pPr indent="-137159" lvl="1" marL="265176" rtl="0" algn="l">
              <a:lnSpc>
                <a:spcPct val="90000"/>
              </a:lnSpc>
              <a:spcBef>
                <a:spcPts val="600"/>
              </a:spcBef>
              <a:spcAft>
                <a:spcPts val="0"/>
              </a:spcAft>
              <a:buSzPts val="2000"/>
              <a:buFont typeface="Noto Sans Symbols"/>
              <a:buChar char="⮚"/>
            </a:pPr>
            <a:r>
              <a:rPr lang="fr-FR" sz="2000"/>
              <a:t>L’état neurologique , la qualité du sommeil, évaluer la douleur</a:t>
            </a:r>
            <a:endParaRPr/>
          </a:p>
          <a:p>
            <a:pPr indent="-137159" lvl="1" marL="265176" rtl="0" algn="l">
              <a:lnSpc>
                <a:spcPct val="90000"/>
              </a:lnSpc>
              <a:spcBef>
                <a:spcPts val="600"/>
              </a:spcBef>
              <a:spcAft>
                <a:spcPts val="0"/>
              </a:spcAft>
              <a:buSzPts val="2000"/>
              <a:buFont typeface="Noto Sans Symbols"/>
              <a:buChar char="⮚"/>
            </a:pPr>
            <a:r>
              <a:rPr lang="fr-FR" sz="2000"/>
              <a:t>L’alimentation </a:t>
            </a:r>
            <a:endParaRPr/>
          </a:p>
          <a:p>
            <a:pPr indent="-137159" lvl="1" marL="265176" rtl="0" algn="l">
              <a:lnSpc>
                <a:spcPct val="90000"/>
              </a:lnSpc>
              <a:spcBef>
                <a:spcPts val="600"/>
              </a:spcBef>
              <a:spcAft>
                <a:spcPts val="0"/>
              </a:spcAft>
              <a:buSzPts val="2000"/>
              <a:buFont typeface="Noto Sans Symbols"/>
              <a:buChar char="⮚"/>
            </a:pPr>
            <a:r>
              <a:rPr lang="fr-FR" sz="2000"/>
              <a:t>La température</a:t>
            </a:r>
            <a:endParaRPr/>
          </a:p>
          <a:p>
            <a:pPr indent="-137159" lvl="1" marL="265176" rtl="0" algn="l">
              <a:lnSpc>
                <a:spcPct val="90000"/>
              </a:lnSpc>
              <a:spcBef>
                <a:spcPts val="600"/>
              </a:spcBef>
              <a:spcAft>
                <a:spcPts val="0"/>
              </a:spcAft>
              <a:buSzPts val="2000"/>
              <a:buFont typeface="Noto Sans Symbols"/>
              <a:buChar char="⮚"/>
            </a:pPr>
            <a:r>
              <a:rPr lang="fr-FR" sz="2000"/>
              <a:t>Le métabolisme :  glycémie, ictère</a:t>
            </a:r>
            <a:endParaRPr/>
          </a:p>
          <a:p>
            <a:pPr indent="-137159" lvl="1" marL="265176" rtl="0" algn="l">
              <a:lnSpc>
                <a:spcPct val="90000"/>
              </a:lnSpc>
              <a:spcBef>
                <a:spcPts val="600"/>
              </a:spcBef>
              <a:spcAft>
                <a:spcPts val="0"/>
              </a:spcAft>
              <a:buSzPts val="2000"/>
              <a:buFont typeface="Noto Sans Symbols"/>
              <a:buChar char="⮚"/>
            </a:pPr>
            <a:r>
              <a:rPr lang="fr-FR" sz="2000"/>
              <a:t>Surveillances des prothèses </a:t>
            </a:r>
            <a:endParaRPr/>
          </a:p>
          <a:p>
            <a:pPr indent="-137159" lvl="1" marL="265176" rtl="0" algn="l">
              <a:lnSpc>
                <a:spcPct val="90000"/>
              </a:lnSpc>
              <a:spcBef>
                <a:spcPts val="600"/>
              </a:spcBef>
              <a:spcAft>
                <a:spcPts val="0"/>
              </a:spcAft>
              <a:buSzPts val="2000"/>
              <a:buFont typeface="Noto Sans Symbols"/>
              <a:buChar char="⮚"/>
            </a:pPr>
            <a:r>
              <a:rPr lang="fr-FR" sz="2000"/>
              <a:t>Cas particuliers : La transfusion / exsanguino-transfusion /drain thoracique </a:t>
            </a:r>
            <a:endParaRPr/>
          </a:p>
          <a:p>
            <a:pPr indent="-152400" lvl="0" marL="91440" rtl="0" algn="l">
              <a:lnSpc>
                <a:spcPct val="90000"/>
              </a:lnSpc>
              <a:spcBef>
                <a:spcPts val="1600"/>
              </a:spcBef>
              <a:spcAft>
                <a:spcPts val="0"/>
              </a:spcAft>
              <a:buSzPts val="2400"/>
              <a:buChar char=" "/>
            </a:pPr>
            <a:r>
              <a:rPr lang="fr-FR" sz="2400"/>
              <a:t>Soins NIDCAP(Individualized Developmental Care and Assessment Program)</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SURVEILLANCE DE LA RESPIRATION </a:t>
            </a:r>
            <a:endParaRPr/>
          </a:p>
        </p:txBody>
      </p:sp>
      <p:sp>
        <p:nvSpPr>
          <p:cNvPr id="1018" name="Google Shape;1018;p6"/>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fontScale="92500"/>
          </a:bodyPr>
          <a:lstStyle/>
          <a:p>
            <a:pPr indent="-342900" lvl="0" marL="342900" rtl="0" algn="l">
              <a:lnSpc>
                <a:spcPct val="115000"/>
              </a:lnSpc>
              <a:spcBef>
                <a:spcPts val="0"/>
              </a:spcBef>
              <a:spcAft>
                <a:spcPts val="0"/>
              </a:spcAft>
              <a:buSzPct val="100000"/>
              <a:buFont typeface="Noto Sans Symbols"/>
              <a:buChar char="∙"/>
            </a:pPr>
            <a:r>
              <a:rPr b="1" lang="fr-FR" sz="2800"/>
              <a:t>Surveillance d’un enfant intubé :</a:t>
            </a:r>
            <a:endParaRPr/>
          </a:p>
          <a:p>
            <a:pPr indent="-285750" lvl="1" marL="742950" rtl="0" algn="l">
              <a:lnSpc>
                <a:spcPct val="115000"/>
              </a:lnSpc>
              <a:spcBef>
                <a:spcPts val="200"/>
              </a:spcBef>
              <a:spcAft>
                <a:spcPts val="0"/>
              </a:spcAft>
              <a:buSzPct val="100000"/>
              <a:buFont typeface="Courier New"/>
              <a:buChar char="o"/>
            </a:pPr>
            <a:r>
              <a:rPr lang="fr-FR" sz="2400"/>
              <a:t>Constante</a:t>
            </a:r>
            <a:endParaRPr/>
          </a:p>
          <a:p>
            <a:pPr indent="-285750" lvl="1" marL="742950" rtl="0" algn="l">
              <a:lnSpc>
                <a:spcPct val="115000"/>
              </a:lnSpc>
              <a:spcBef>
                <a:spcPts val="600"/>
              </a:spcBef>
              <a:spcAft>
                <a:spcPts val="0"/>
              </a:spcAft>
              <a:buSzPct val="100000"/>
              <a:buFont typeface="Courier New"/>
              <a:buChar char="o"/>
            </a:pPr>
            <a:r>
              <a:rPr lang="fr-FR" sz="2400"/>
              <a:t>Position correcte de la sonde, vérification du repère de la sonde d’intubation</a:t>
            </a:r>
            <a:endParaRPr sz="2400"/>
          </a:p>
          <a:p>
            <a:pPr indent="-285750" lvl="1" marL="742950" rtl="0" algn="l">
              <a:lnSpc>
                <a:spcPct val="115000"/>
              </a:lnSpc>
              <a:spcBef>
                <a:spcPts val="200"/>
              </a:spcBef>
              <a:spcAft>
                <a:spcPts val="0"/>
              </a:spcAft>
              <a:buSzPct val="100000"/>
              <a:buFont typeface="Courier New"/>
              <a:buChar char="o"/>
            </a:pPr>
            <a:r>
              <a:rPr lang="fr-FR" sz="2400"/>
              <a:t>Aspiration et évaluation toute les 3h</a:t>
            </a:r>
            <a:endParaRPr/>
          </a:p>
          <a:p>
            <a:pPr indent="-285750" lvl="1" marL="742950" rtl="0" algn="l">
              <a:lnSpc>
                <a:spcPct val="115000"/>
              </a:lnSpc>
              <a:spcBef>
                <a:spcPts val="200"/>
              </a:spcBef>
              <a:spcAft>
                <a:spcPts val="0"/>
              </a:spcAft>
              <a:buSzPct val="100000"/>
              <a:buFont typeface="Courier New"/>
              <a:buChar char="o"/>
            </a:pPr>
            <a:r>
              <a:rPr lang="fr-FR" sz="2400"/>
              <a:t>Etat de la narine intubée (escarre)</a:t>
            </a:r>
            <a:endParaRPr/>
          </a:p>
          <a:p>
            <a:pPr indent="-285750" lvl="1" marL="742950" rtl="0" algn="l">
              <a:lnSpc>
                <a:spcPct val="115000"/>
              </a:lnSpc>
              <a:spcBef>
                <a:spcPts val="200"/>
              </a:spcBef>
              <a:spcAft>
                <a:spcPts val="0"/>
              </a:spcAft>
              <a:buSzPct val="100000"/>
              <a:buFont typeface="Courier New"/>
              <a:buChar char="o"/>
            </a:pPr>
            <a:r>
              <a:rPr lang="fr-FR" sz="2400"/>
              <a:t>Changement de la position de la tête</a:t>
            </a:r>
            <a:endParaRPr/>
          </a:p>
          <a:p>
            <a:pPr indent="-285750" lvl="1" marL="742950" rtl="0" algn="l">
              <a:lnSpc>
                <a:spcPct val="115000"/>
              </a:lnSpc>
              <a:spcBef>
                <a:spcPts val="200"/>
              </a:spcBef>
              <a:spcAft>
                <a:spcPts val="0"/>
              </a:spcAft>
              <a:buSzPct val="100000"/>
              <a:buFont typeface="Courier New"/>
              <a:buChar char="o"/>
            </a:pPr>
            <a:r>
              <a:rPr lang="fr-FR" sz="2400"/>
              <a:t>Paramètre ventilateur</a:t>
            </a:r>
            <a:endParaRPr/>
          </a:p>
          <a:p>
            <a:pPr indent="0" lvl="0" marL="0" rtl="0" algn="l">
              <a:lnSpc>
                <a:spcPct val="115000"/>
              </a:lnSpc>
              <a:spcBef>
                <a:spcPts val="1200"/>
              </a:spcBef>
              <a:spcAft>
                <a:spcPts val="0"/>
              </a:spcAft>
              <a:buClr>
                <a:srgbClr val="93A299"/>
              </a:buClr>
              <a:buSzPct val="100000"/>
              <a:buNone/>
            </a:pPr>
            <a:r>
              <a:rPr b="1" lang="fr-FR" sz="3000">
                <a:solidFill>
                  <a:srgbClr val="FF0000"/>
                </a:solidFill>
              </a:rPr>
              <a:t>Risque ventilation artificielle : pneumothorax = urgence</a:t>
            </a:r>
            <a:endParaRPr/>
          </a:p>
          <a:p>
            <a:pPr indent="-156527" lvl="1" marL="742950" rtl="0" algn="l">
              <a:lnSpc>
                <a:spcPct val="115000"/>
              </a:lnSpc>
              <a:spcBef>
                <a:spcPts val="400"/>
              </a:spcBef>
              <a:spcAft>
                <a:spcPts val="0"/>
              </a:spcAft>
              <a:buSzPct val="100000"/>
              <a:buFont typeface="Courier New"/>
              <a:buNone/>
            </a:pPr>
            <a:r>
              <a:t/>
            </a:r>
            <a:endParaRPr b="1" sz="2200">
              <a:solidFill>
                <a:srgbClr val="FF0000"/>
              </a:solidFill>
              <a:latin typeface="Times New Roman"/>
              <a:ea typeface="Times New Roman"/>
              <a:cs typeface="Times New Roman"/>
              <a:sym typeface="Times New Roman"/>
            </a:endParaRPr>
          </a:p>
          <a:p>
            <a:pPr indent="-156527" lvl="1" marL="742950" rtl="0" algn="l">
              <a:lnSpc>
                <a:spcPct val="115000"/>
              </a:lnSpc>
              <a:spcBef>
                <a:spcPts val="200"/>
              </a:spcBef>
              <a:spcAft>
                <a:spcPts val="0"/>
              </a:spcAft>
              <a:buSzPct val="100000"/>
              <a:buFont typeface="Courier New"/>
              <a:buNone/>
            </a:pPr>
            <a:r>
              <a:t/>
            </a:r>
            <a:endParaRPr b="1" sz="2200">
              <a:solidFill>
                <a:srgbClr val="FF0000"/>
              </a:solidFill>
              <a:latin typeface="Times New Roman"/>
              <a:ea typeface="Times New Roman"/>
              <a:cs typeface="Times New Roman"/>
              <a:sym typeface="Times New Roman"/>
            </a:endParaRPr>
          </a:p>
          <a:p>
            <a:pPr indent="-168275" lvl="1" marL="742950" rtl="0" algn="l">
              <a:lnSpc>
                <a:spcPct val="115000"/>
              </a:lnSpc>
              <a:spcBef>
                <a:spcPts val="200"/>
              </a:spcBef>
              <a:spcAft>
                <a:spcPts val="0"/>
              </a:spcAft>
              <a:buSzPct val="100000"/>
              <a:buFont typeface="Courier New"/>
              <a:buNone/>
            </a:pPr>
            <a:r>
              <a:t/>
            </a:r>
            <a:endParaRPr sz="2000">
              <a:latin typeface="Calibri"/>
              <a:ea typeface="Calibri"/>
              <a:cs typeface="Calibri"/>
              <a:sym typeface="Calibri"/>
            </a:endParaRPr>
          </a:p>
          <a:p>
            <a:pPr indent="0" lvl="0" marL="91440" rtl="0" algn="l">
              <a:lnSpc>
                <a:spcPct val="90000"/>
              </a:lnSpc>
              <a:spcBef>
                <a:spcPts val="1200"/>
              </a:spcBef>
              <a:spcAft>
                <a:spcPts val="0"/>
              </a:spcAft>
              <a:buSzPct val="100000"/>
              <a:buNone/>
            </a:pPr>
            <a:r>
              <a:t/>
            </a:r>
            <a:endParaRPr/>
          </a:p>
        </p:txBody>
      </p:sp>
      <p:pic>
        <p:nvPicPr>
          <p:cNvPr id="1019" name="Google Shape;1019;p6"/>
          <p:cNvPicPr preferRelativeResize="0"/>
          <p:nvPr/>
        </p:nvPicPr>
        <p:blipFill rotWithShape="1">
          <a:blip r:embed="rId3">
            <a:alphaModFix/>
          </a:blip>
          <a:srcRect b="0" l="0" r="0" t="0"/>
          <a:stretch/>
        </p:blipFill>
        <p:spPr>
          <a:xfrm>
            <a:off x="7917938" y="116632"/>
            <a:ext cx="4274062" cy="28529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9"/>
                                        </p:tgtEl>
                                        <p:attrNameLst>
                                          <p:attrName>style.visibility</p:attrName>
                                        </p:attrNameLst>
                                      </p:cBhvr>
                                      <p:to>
                                        <p:strVal val="visible"/>
                                      </p:to>
                                    </p:set>
                                    <p:anim calcmode="lin" valueType="num">
                                      <p:cBhvr additive="base">
                                        <p:cTn dur="500"/>
                                        <p:tgtEl>
                                          <p:spTgt spid="10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SURVEILLANCE DE LA RESPIRATION </a:t>
            </a:r>
            <a:endParaRPr/>
          </a:p>
        </p:txBody>
      </p:sp>
      <p:sp>
        <p:nvSpPr>
          <p:cNvPr id="1025" name="Google Shape;1025;p7"/>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342900" lvl="0" marL="342900" rtl="0" algn="l">
              <a:lnSpc>
                <a:spcPct val="115000"/>
              </a:lnSpc>
              <a:spcBef>
                <a:spcPts val="0"/>
              </a:spcBef>
              <a:spcAft>
                <a:spcPts val="0"/>
              </a:spcAft>
              <a:buClr>
                <a:srgbClr val="93A299"/>
              </a:buClr>
              <a:buSzPts val="2800"/>
              <a:buFont typeface="Noto Sans Symbols"/>
              <a:buChar char="∙"/>
            </a:pPr>
            <a:r>
              <a:rPr b="1" lang="fr-FR" sz="2800">
                <a:solidFill>
                  <a:srgbClr val="292934"/>
                </a:solidFill>
              </a:rPr>
              <a:t>Surveillance d’un enfant sous ventilation non invasive :</a:t>
            </a:r>
            <a:endParaRPr/>
          </a:p>
          <a:p>
            <a:pPr indent="-285750" lvl="1" marL="742950" rtl="0" algn="l">
              <a:lnSpc>
                <a:spcPct val="115000"/>
              </a:lnSpc>
              <a:spcBef>
                <a:spcPts val="400"/>
              </a:spcBef>
              <a:spcAft>
                <a:spcPts val="0"/>
              </a:spcAft>
              <a:buClr>
                <a:srgbClr val="93A299"/>
              </a:buClr>
              <a:buSzPts val="2400"/>
              <a:buFont typeface="Courier New"/>
              <a:buChar char="o"/>
            </a:pPr>
            <a:r>
              <a:rPr lang="fr-FR" sz="2400">
                <a:solidFill>
                  <a:srgbClr val="292934"/>
                </a:solidFill>
              </a:rPr>
              <a:t>Constante </a:t>
            </a:r>
            <a:endParaRPr/>
          </a:p>
          <a:p>
            <a:pPr indent="-285750" lvl="1" marL="742950" rtl="0" algn="l">
              <a:lnSpc>
                <a:spcPct val="115000"/>
              </a:lnSpc>
              <a:spcBef>
                <a:spcPts val="600"/>
              </a:spcBef>
              <a:spcAft>
                <a:spcPts val="0"/>
              </a:spcAft>
              <a:buClr>
                <a:srgbClr val="93A299"/>
              </a:buClr>
              <a:buSzPts val="2400"/>
              <a:buFont typeface="Courier New"/>
              <a:buChar char="o"/>
            </a:pPr>
            <a:r>
              <a:rPr lang="fr-FR" sz="2400">
                <a:solidFill>
                  <a:srgbClr val="292934"/>
                </a:solidFill>
              </a:rPr>
              <a:t>Position correcte du double embout, nursing positionnement</a:t>
            </a:r>
            <a:endParaRPr/>
          </a:p>
          <a:p>
            <a:pPr indent="-285750" lvl="1" marL="742950" rtl="0" algn="l">
              <a:lnSpc>
                <a:spcPct val="115000"/>
              </a:lnSpc>
              <a:spcBef>
                <a:spcPts val="600"/>
              </a:spcBef>
              <a:spcAft>
                <a:spcPts val="0"/>
              </a:spcAft>
              <a:buClr>
                <a:srgbClr val="93A299"/>
              </a:buClr>
              <a:buSzPts val="2400"/>
              <a:buFont typeface="Courier New"/>
              <a:buChar char="o"/>
            </a:pPr>
            <a:r>
              <a:rPr lang="fr-FR" sz="2400">
                <a:solidFill>
                  <a:srgbClr val="292934"/>
                </a:solidFill>
              </a:rPr>
              <a:t>Aspiration nasale toute les 6h</a:t>
            </a:r>
            <a:endParaRPr/>
          </a:p>
          <a:p>
            <a:pPr indent="-285750" lvl="1" marL="742950" rtl="0" algn="l">
              <a:lnSpc>
                <a:spcPct val="115000"/>
              </a:lnSpc>
              <a:spcBef>
                <a:spcPts val="600"/>
              </a:spcBef>
              <a:spcAft>
                <a:spcPts val="0"/>
              </a:spcAft>
              <a:buClr>
                <a:srgbClr val="93A299"/>
              </a:buClr>
              <a:buSzPts val="2400"/>
              <a:buFont typeface="Courier New"/>
              <a:buChar char="o"/>
            </a:pPr>
            <a:r>
              <a:rPr lang="fr-FR" sz="2400">
                <a:solidFill>
                  <a:srgbClr val="292934"/>
                </a:solidFill>
              </a:rPr>
              <a:t>Paramètre ventilateur + humidification</a:t>
            </a:r>
            <a:endParaRPr/>
          </a:p>
          <a:p>
            <a:pPr indent="-285750" lvl="1" marL="742950" rtl="0" algn="l">
              <a:lnSpc>
                <a:spcPct val="115000"/>
              </a:lnSpc>
              <a:spcBef>
                <a:spcPts val="600"/>
              </a:spcBef>
              <a:spcAft>
                <a:spcPts val="0"/>
              </a:spcAft>
              <a:buClr>
                <a:srgbClr val="93A299"/>
              </a:buClr>
              <a:buSzPts val="2400"/>
              <a:buFont typeface="Courier New"/>
              <a:buChar char="o"/>
            </a:pPr>
            <a:r>
              <a:rPr lang="fr-FR" sz="2400">
                <a:solidFill>
                  <a:srgbClr val="292934"/>
                </a:solidFill>
              </a:rPr>
              <a:t>Etat narine +++</a:t>
            </a:r>
            <a:endParaRPr/>
          </a:p>
          <a:p>
            <a:pPr indent="0" lvl="0" marL="91440" rtl="0" algn="l">
              <a:lnSpc>
                <a:spcPct val="90000"/>
              </a:lnSpc>
              <a:spcBef>
                <a:spcPts val="1600"/>
              </a:spcBef>
              <a:spcAft>
                <a:spcPts val="0"/>
              </a:spcAft>
              <a:buSzPts val="2800"/>
              <a:buNone/>
            </a:pPr>
            <a:r>
              <a:t/>
            </a:r>
            <a:endParaRPr sz="2800"/>
          </a:p>
        </p:txBody>
      </p:sp>
      <p:pic>
        <p:nvPicPr>
          <p:cNvPr id="1026" name="Google Shape;1026;p7"/>
          <p:cNvPicPr preferRelativeResize="0"/>
          <p:nvPr/>
        </p:nvPicPr>
        <p:blipFill rotWithShape="1">
          <a:blip r:embed="rId3">
            <a:alphaModFix/>
          </a:blip>
          <a:srcRect b="0" l="0" r="0" t="0"/>
          <a:stretch/>
        </p:blipFill>
        <p:spPr>
          <a:xfrm>
            <a:off x="8763000" y="0"/>
            <a:ext cx="3429000" cy="2286000"/>
          </a:xfrm>
          <a:prstGeom prst="rect">
            <a:avLst/>
          </a:prstGeom>
          <a:noFill/>
          <a:ln>
            <a:noFill/>
          </a:ln>
        </p:spPr>
      </p:pic>
      <p:pic>
        <p:nvPicPr>
          <p:cNvPr id="1027" name="Google Shape;1027;p7"/>
          <p:cNvPicPr preferRelativeResize="0"/>
          <p:nvPr/>
        </p:nvPicPr>
        <p:blipFill rotWithShape="1">
          <a:blip r:embed="rId4">
            <a:alphaModFix/>
          </a:blip>
          <a:srcRect b="0" l="0" r="0" t="0"/>
          <a:stretch/>
        </p:blipFill>
        <p:spPr>
          <a:xfrm>
            <a:off x="8250639" y="4365104"/>
            <a:ext cx="3941361" cy="23431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6"/>
                                        </p:tgtEl>
                                        <p:attrNameLst>
                                          <p:attrName>style.visibility</p:attrName>
                                        </p:attrNameLst>
                                      </p:cBhvr>
                                      <p:to>
                                        <p:strVal val="visible"/>
                                      </p:to>
                                    </p:set>
                                    <p:anim calcmode="lin" valueType="num">
                                      <p:cBhvr additive="base">
                                        <p:cTn dur="500"/>
                                        <p:tgtEl>
                                          <p:spTgt spid="10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p:tgtEl>
                                          <p:spTgt spid="102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SURVEILLANCE DE LA RESPIRATION </a:t>
            </a:r>
            <a:endParaRPr/>
          </a:p>
        </p:txBody>
      </p:sp>
      <p:sp>
        <p:nvSpPr>
          <p:cNvPr id="1033" name="Google Shape;1033;p8"/>
          <p:cNvSpPr txBox="1"/>
          <p:nvPr>
            <p:ph idx="1" type="body"/>
          </p:nvPr>
        </p:nvSpPr>
        <p:spPr>
          <a:xfrm>
            <a:off x="479376" y="1844824"/>
            <a:ext cx="11377264" cy="5013176"/>
          </a:xfrm>
          <a:prstGeom prst="rect">
            <a:avLst/>
          </a:prstGeom>
          <a:noFill/>
          <a:ln>
            <a:noFill/>
          </a:ln>
        </p:spPr>
        <p:txBody>
          <a:bodyPr anchorCtr="0" anchor="t" bIns="45700" lIns="45700" spcFirstLastPara="1" rIns="45700" wrap="square" tIns="45700">
            <a:normAutofit/>
          </a:bodyPr>
          <a:lstStyle/>
          <a:p>
            <a:pPr indent="-203200" lvl="0" marL="342900" rtl="0" algn="l">
              <a:lnSpc>
                <a:spcPct val="115000"/>
              </a:lnSpc>
              <a:spcBef>
                <a:spcPts val="0"/>
              </a:spcBef>
              <a:spcAft>
                <a:spcPts val="0"/>
              </a:spcAft>
              <a:buSzPts val="2200"/>
              <a:buFont typeface="Noto Sans Symbols"/>
              <a:buNone/>
            </a:pPr>
            <a:r>
              <a:t/>
            </a:r>
            <a:endParaRPr>
              <a:latin typeface="Times New Roman"/>
              <a:ea typeface="Times New Roman"/>
              <a:cs typeface="Times New Roman"/>
              <a:sym typeface="Times New Roman"/>
            </a:endParaRPr>
          </a:p>
          <a:p>
            <a:pPr indent="-342900" lvl="0" marL="342900" rtl="0" algn="l">
              <a:lnSpc>
                <a:spcPct val="115000"/>
              </a:lnSpc>
              <a:spcBef>
                <a:spcPts val="1200"/>
              </a:spcBef>
              <a:spcAft>
                <a:spcPts val="0"/>
              </a:spcAft>
              <a:buSzPts val="2400"/>
              <a:buFont typeface="Noto Sans Symbols"/>
              <a:buChar char="∙"/>
            </a:pPr>
            <a:r>
              <a:rPr b="1" lang="fr-FR" sz="2400"/>
              <a:t>Surveillance d’un enfant sous Hood :</a:t>
            </a:r>
            <a:endParaRPr/>
          </a:p>
          <a:p>
            <a:pPr indent="-285750" lvl="1" marL="742950" rtl="0" algn="l">
              <a:lnSpc>
                <a:spcPct val="115000"/>
              </a:lnSpc>
              <a:spcBef>
                <a:spcPts val="200"/>
              </a:spcBef>
              <a:spcAft>
                <a:spcPts val="0"/>
              </a:spcAft>
              <a:buSzPts val="2000"/>
              <a:buFont typeface="Courier New"/>
              <a:buChar char="o"/>
            </a:pPr>
            <a:r>
              <a:rPr lang="fr-FR" sz="2000"/>
              <a:t>Mesure de l’O2</a:t>
            </a:r>
            <a:endParaRPr/>
          </a:p>
          <a:p>
            <a:pPr indent="-285750" lvl="1" marL="742950" rtl="0" algn="l">
              <a:lnSpc>
                <a:spcPct val="115000"/>
              </a:lnSpc>
              <a:spcBef>
                <a:spcPts val="200"/>
              </a:spcBef>
              <a:spcAft>
                <a:spcPts val="0"/>
              </a:spcAft>
              <a:buSzPts val="2000"/>
              <a:buFont typeface="Courier New"/>
              <a:buChar char="o"/>
            </a:pPr>
            <a:r>
              <a:rPr lang="fr-FR" sz="2000"/>
              <a:t>Fréquence respiratoire/saturation</a:t>
            </a:r>
            <a:endParaRPr/>
          </a:p>
          <a:p>
            <a:pPr indent="-285750" lvl="1" marL="742950" rtl="0" algn="l">
              <a:lnSpc>
                <a:spcPct val="115000"/>
              </a:lnSpc>
              <a:spcBef>
                <a:spcPts val="200"/>
              </a:spcBef>
              <a:spcAft>
                <a:spcPts val="0"/>
              </a:spcAft>
              <a:buSzPts val="2000"/>
              <a:buFont typeface="Courier New"/>
              <a:buChar char="o"/>
            </a:pPr>
            <a:r>
              <a:rPr lang="fr-FR" sz="2000"/>
              <a:t>Taille adapté du Hood</a:t>
            </a:r>
            <a:endParaRPr/>
          </a:p>
          <a:p>
            <a:pPr indent="-285750" lvl="1" marL="742950" rtl="0" algn="l">
              <a:lnSpc>
                <a:spcPct val="115000"/>
              </a:lnSpc>
              <a:spcBef>
                <a:spcPts val="200"/>
              </a:spcBef>
              <a:spcAft>
                <a:spcPts val="0"/>
              </a:spcAft>
              <a:buSzPts val="2000"/>
              <a:buFont typeface="Courier New"/>
              <a:buChar char="o"/>
            </a:pPr>
            <a:r>
              <a:rPr lang="fr-FR" sz="2000"/>
              <a:t>Positionnement correcte du Hood /tête du bébé</a:t>
            </a:r>
            <a:endParaRPr/>
          </a:p>
          <a:p>
            <a:pPr indent="-285750" lvl="1" marL="742950" rtl="0" algn="l">
              <a:lnSpc>
                <a:spcPct val="115000"/>
              </a:lnSpc>
              <a:spcBef>
                <a:spcPts val="200"/>
              </a:spcBef>
              <a:spcAft>
                <a:spcPts val="0"/>
              </a:spcAft>
              <a:buSzPts val="2000"/>
              <a:buFont typeface="Courier New"/>
              <a:buChar char="o"/>
            </a:pPr>
            <a:r>
              <a:rPr lang="fr-FR" sz="2000"/>
              <a:t>Humidification/température</a:t>
            </a:r>
            <a:endParaRPr/>
          </a:p>
          <a:p>
            <a:pPr indent="-342900" lvl="0" marL="342900" rtl="0" algn="l">
              <a:lnSpc>
                <a:spcPct val="115000"/>
              </a:lnSpc>
              <a:spcBef>
                <a:spcPts val="1200"/>
              </a:spcBef>
              <a:spcAft>
                <a:spcPts val="0"/>
              </a:spcAft>
              <a:buSzPts val="2400"/>
              <a:buFont typeface="Noto Sans Symbols"/>
              <a:buChar char="∙"/>
            </a:pPr>
            <a:r>
              <a:rPr b="1" lang="fr-FR" sz="2400"/>
              <a:t>Surveillance  d’un enfant en ventilation spontanée :</a:t>
            </a:r>
            <a:endParaRPr/>
          </a:p>
          <a:p>
            <a:pPr indent="-285750" lvl="1" marL="742950" rtl="0" algn="l">
              <a:lnSpc>
                <a:spcPct val="115000"/>
              </a:lnSpc>
              <a:spcBef>
                <a:spcPts val="200"/>
              </a:spcBef>
              <a:spcAft>
                <a:spcPts val="0"/>
              </a:spcAft>
              <a:buSzPts val="2000"/>
              <a:buFont typeface="Courier New"/>
              <a:buChar char="o"/>
            </a:pPr>
            <a:r>
              <a:rPr lang="fr-FR" sz="2000"/>
              <a:t>FR, signes de luttes</a:t>
            </a:r>
            <a:endParaRPr/>
          </a:p>
          <a:p>
            <a:pPr indent="-285750" lvl="1" marL="742950" rtl="0" algn="l">
              <a:lnSpc>
                <a:spcPct val="115000"/>
              </a:lnSpc>
              <a:spcBef>
                <a:spcPts val="200"/>
              </a:spcBef>
              <a:spcAft>
                <a:spcPts val="0"/>
              </a:spcAft>
              <a:buSzPts val="2000"/>
              <a:buFont typeface="Courier New"/>
              <a:buChar char="o"/>
            </a:pPr>
            <a:r>
              <a:rPr lang="fr-FR" sz="2000"/>
              <a:t>Saturation</a:t>
            </a:r>
            <a:endParaRPr/>
          </a:p>
          <a:p>
            <a:pPr indent="-285750" lvl="1" marL="742950" rtl="0" algn="l">
              <a:lnSpc>
                <a:spcPct val="115000"/>
              </a:lnSpc>
              <a:spcBef>
                <a:spcPts val="200"/>
              </a:spcBef>
              <a:spcAft>
                <a:spcPts val="0"/>
              </a:spcAft>
              <a:buSzPts val="2000"/>
              <a:buFont typeface="Courier New"/>
              <a:buChar char="o"/>
            </a:pPr>
            <a:r>
              <a:rPr lang="fr-FR" sz="2000"/>
              <a:t>Etat clinique (coloration, abdomen ballonné, marbrure, fatigue ou excitabilité)</a:t>
            </a:r>
            <a:endParaRPr/>
          </a:p>
          <a:p>
            <a:pPr indent="0" lvl="0" marL="91440" rtl="0" algn="l">
              <a:lnSpc>
                <a:spcPct val="90000"/>
              </a:lnSpc>
              <a:spcBef>
                <a:spcPts val="1200"/>
              </a:spcBef>
              <a:spcAft>
                <a:spcPts val="0"/>
              </a:spcAft>
              <a:buSzPts val="2400"/>
              <a:buNone/>
            </a:pPr>
            <a:r>
              <a:t/>
            </a:r>
            <a:endParaRPr sz="2400"/>
          </a:p>
        </p:txBody>
      </p:sp>
      <p:pic>
        <p:nvPicPr>
          <p:cNvPr id="1034" name="Google Shape;1034;p8"/>
          <p:cNvPicPr preferRelativeResize="0"/>
          <p:nvPr/>
        </p:nvPicPr>
        <p:blipFill rotWithShape="1">
          <a:blip r:embed="rId3">
            <a:alphaModFix/>
          </a:blip>
          <a:srcRect b="0" l="0" r="0" t="0"/>
          <a:stretch/>
        </p:blipFill>
        <p:spPr>
          <a:xfrm>
            <a:off x="7032104" y="1628800"/>
            <a:ext cx="4824896" cy="32403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4"/>
                                        </p:tgtEl>
                                        <p:attrNameLst>
                                          <p:attrName>style.visibility</p:attrName>
                                        </p:attrNameLst>
                                      </p:cBhvr>
                                      <p:to>
                                        <p:strVal val="visible"/>
                                      </p:to>
                                    </p:set>
                                    <p:anim calcmode="lin" valueType="num">
                                      <p:cBhvr additive="base">
                                        <p:cTn dur="500"/>
                                        <p:tgtEl>
                                          <p:spTgt spid="10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L’ASPIRATION  </a:t>
            </a:r>
            <a:endParaRPr/>
          </a:p>
        </p:txBody>
      </p:sp>
      <p:sp>
        <p:nvSpPr>
          <p:cNvPr id="1040" name="Google Shape;1040;p9"/>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Font typeface="Noto Sans Symbols"/>
              <a:buChar char="❑"/>
            </a:pPr>
            <a:r>
              <a:rPr lang="fr-FR"/>
              <a:t>  </a:t>
            </a:r>
            <a:r>
              <a:rPr lang="fr-FR" sz="2800"/>
              <a:t>L’aspiration naso-pharyngée</a:t>
            </a:r>
            <a:endParaRPr/>
          </a:p>
          <a:p>
            <a:pPr indent="-177800" lvl="0" marL="91440" rtl="0" algn="just">
              <a:lnSpc>
                <a:spcPct val="90000"/>
              </a:lnSpc>
              <a:spcBef>
                <a:spcPts val="1400"/>
              </a:spcBef>
              <a:spcAft>
                <a:spcPts val="0"/>
              </a:spcAft>
              <a:buSzPts val="2800"/>
              <a:buFont typeface="Noto Sans Symbols"/>
              <a:buChar char="❑"/>
            </a:pPr>
            <a:r>
              <a:rPr lang="fr-FR" sz="2800"/>
              <a:t> doit être douce , vers 100 mmHg (&lt;200 mmHg).</a:t>
            </a:r>
            <a:endParaRPr/>
          </a:p>
          <a:p>
            <a:pPr indent="-177800" lvl="0" marL="91440" rtl="0" algn="just">
              <a:lnSpc>
                <a:spcPct val="90000"/>
              </a:lnSpc>
              <a:spcBef>
                <a:spcPts val="1400"/>
              </a:spcBef>
              <a:spcAft>
                <a:spcPts val="0"/>
              </a:spcAft>
              <a:buSzPts val="2800"/>
              <a:buFont typeface="Noto Sans Symbols"/>
              <a:buChar char="❑"/>
            </a:pPr>
            <a:r>
              <a:rPr lang="fr-FR" sz="2800"/>
              <a:t> Sondes d’ aspiration N° 6, 8 et 10, stériles à usage unique.</a:t>
            </a:r>
            <a:endParaRPr/>
          </a:p>
          <a:p>
            <a:pPr indent="-177800" lvl="0" marL="91440" rtl="0" algn="just">
              <a:lnSpc>
                <a:spcPct val="90000"/>
              </a:lnSpc>
              <a:spcBef>
                <a:spcPts val="1400"/>
              </a:spcBef>
              <a:spcAft>
                <a:spcPts val="0"/>
              </a:spcAft>
              <a:buSzPts val="2800"/>
              <a:buFont typeface="Noto Sans Symbols"/>
              <a:buChar char="❑"/>
            </a:pPr>
            <a:r>
              <a:rPr lang="fr-FR" sz="2800"/>
              <a:t> Aspirateur de mucosités pour prélèvements bactériologiques.</a:t>
            </a:r>
            <a:endParaRPr/>
          </a:p>
          <a:p>
            <a:pPr indent="-177800" lvl="0" marL="91440" rtl="0" algn="just">
              <a:lnSpc>
                <a:spcPct val="90000"/>
              </a:lnSpc>
              <a:spcBef>
                <a:spcPts val="1400"/>
              </a:spcBef>
              <a:spcAft>
                <a:spcPts val="0"/>
              </a:spcAft>
              <a:buSzPts val="2800"/>
              <a:buFont typeface="Noto Sans Symbols"/>
              <a:buChar char="❑"/>
            </a:pPr>
            <a:r>
              <a:rPr lang="fr-FR" sz="2800"/>
              <a:t> Flacons stériles de rinçage (sérum physiologique 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3200"/>
              <a:buFont typeface="Twentieth Century"/>
              <a:buNone/>
            </a:pPr>
            <a:r>
              <a:rPr lang="fr-FR" sz="3200">
                <a:solidFill>
                  <a:srgbClr val="D2533C"/>
                </a:solidFill>
              </a:rPr>
              <a:t>SURVEILLANCE DE L’ÉTAT HÉMODYNAMIQUE</a:t>
            </a:r>
            <a:endParaRPr/>
          </a:p>
        </p:txBody>
      </p:sp>
      <p:pic>
        <p:nvPicPr>
          <p:cNvPr id="1046" name="Google Shape;1046;p10"/>
          <p:cNvPicPr preferRelativeResize="0"/>
          <p:nvPr>
            <p:ph idx="1" type="body"/>
          </p:nvPr>
        </p:nvPicPr>
        <p:blipFill rotWithShape="1">
          <a:blip r:embed="rId3">
            <a:alphaModFix/>
          </a:blip>
          <a:srcRect b="0" l="0" r="0" t="0"/>
          <a:stretch/>
        </p:blipFill>
        <p:spPr>
          <a:xfrm>
            <a:off x="1024128" y="2286000"/>
            <a:ext cx="9104319" cy="4022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3200"/>
              <a:buFont typeface="Twentieth Century"/>
              <a:buNone/>
            </a:pPr>
            <a:r>
              <a:rPr lang="fr-FR" sz="3200">
                <a:solidFill>
                  <a:srgbClr val="D2533C"/>
                </a:solidFill>
              </a:rPr>
              <a:t>SURVEILLANCE DE L’ÉTAT HÉMODYNAMIQUE</a:t>
            </a:r>
            <a:endParaRPr/>
          </a:p>
        </p:txBody>
      </p:sp>
      <p:pic>
        <p:nvPicPr>
          <p:cNvPr id="1052" name="Google Shape;1052;p11"/>
          <p:cNvPicPr preferRelativeResize="0"/>
          <p:nvPr>
            <p:ph idx="1" type="body"/>
          </p:nvPr>
        </p:nvPicPr>
        <p:blipFill rotWithShape="1">
          <a:blip r:embed="rId3">
            <a:alphaModFix/>
          </a:blip>
          <a:srcRect b="0" l="0" r="0" t="0"/>
          <a:stretch/>
        </p:blipFill>
        <p:spPr>
          <a:xfrm>
            <a:off x="1981200" y="1700808"/>
            <a:ext cx="8229600" cy="45238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SURVEILLANCE DE LA TA</a:t>
            </a:r>
            <a:endParaRPr/>
          </a:p>
        </p:txBody>
      </p:sp>
      <p:sp>
        <p:nvSpPr>
          <p:cNvPr id="1058" name="Google Shape;1058;p12"/>
          <p:cNvSpPr txBox="1"/>
          <p:nvPr>
            <p:ph idx="1" type="body"/>
          </p:nvPr>
        </p:nvSpPr>
        <p:spPr>
          <a:xfrm>
            <a:off x="479376" y="2084832"/>
            <a:ext cx="11089232" cy="4584528"/>
          </a:xfrm>
          <a:prstGeom prst="rect">
            <a:avLst/>
          </a:prstGeom>
          <a:noFill/>
          <a:ln>
            <a:noFill/>
          </a:ln>
        </p:spPr>
        <p:txBody>
          <a:bodyPr anchorCtr="0" anchor="t" bIns="45700" lIns="45700" spcFirstLastPara="1" rIns="45700" wrap="square" tIns="45700">
            <a:noAutofit/>
          </a:bodyPr>
          <a:lstStyle/>
          <a:p>
            <a:pPr indent="-342900" lvl="0" marL="342900" rtl="0" algn="just">
              <a:lnSpc>
                <a:spcPct val="90000"/>
              </a:lnSpc>
              <a:spcBef>
                <a:spcPts val="0"/>
              </a:spcBef>
              <a:spcAft>
                <a:spcPts val="0"/>
              </a:spcAft>
              <a:buClr>
                <a:srgbClr val="3333CC"/>
              </a:buClr>
              <a:buSzPts val="1920"/>
              <a:buFont typeface="Noto Sans Symbols"/>
              <a:buChar char="■"/>
            </a:pPr>
            <a:r>
              <a:rPr lang="fr-FR" sz="3200">
                <a:solidFill>
                  <a:srgbClr val="000000"/>
                </a:solidFill>
              </a:rPr>
              <a:t>Technique invasive rarement utilisée</a:t>
            </a:r>
            <a:endParaRPr/>
          </a:p>
          <a:p>
            <a:pPr indent="-342900" lvl="0" marL="342900" rtl="0" algn="just">
              <a:lnSpc>
                <a:spcPct val="90000"/>
              </a:lnSpc>
              <a:spcBef>
                <a:spcPts val="1200"/>
              </a:spcBef>
              <a:spcAft>
                <a:spcPts val="0"/>
              </a:spcAft>
              <a:buClr>
                <a:srgbClr val="3333CC"/>
              </a:buClr>
              <a:buSzPts val="1920"/>
              <a:buFont typeface="Noto Sans Symbols"/>
              <a:buChar char="■"/>
            </a:pPr>
            <a:r>
              <a:rPr lang="fr-FR" sz="3200">
                <a:solidFill>
                  <a:srgbClr val="131413"/>
                </a:solidFill>
              </a:rPr>
              <a:t>Technique non invasive par oscillométrie</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1.5 h après une nutrition ou une intervention médicale</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Nouveau né allongé</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Brassard de taille adaptée </a:t>
            </a:r>
            <a:r>
              <a:rPr lang="fr-FR" sz="2000">
                <a:solidFill>
                  <a:srgbClr val="131413"/>
                </a:solidFill>
              </a:rPr>
              <a:t>(</a:t>
            </a:r>
            <a:r>
              <a:rPr lang="fr-FR" sz="2000">
                <a:solidFill>
                  <a:srgbClr val="000000"/>
                </a:solidFill>
              </a:rPr>
              <a:t>longueur égale à 40 % de la circonférence du bras à mi-distance entre l’acromion et l’olécrane, ou aux 2/3 de la distance entre l’avant-bras et le coude)</a:t>
            </a:r>
            <a:endParaRPr sz="2000">
              <a:solidFill>
                <a:srgbClr val="131413"/>
              </a:solidFill>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Bras droit</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15 minutes de calme après le placement du brassard</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Nouveau né endormi ou calme</a:t>
            </a:r>
            <a:endParaRPr/>
          </a:p>
          <a:p>
            <a:pPr indent="-285750" lvl="1" marL="742950" rtl="0" algn="just">
              <a:lnSpc>
                <a:spcPct val="90000"/>
              </a:lnSpc>
              <a:spcBef>
                <a:spcPts val="200"/>
              </a:spcBef>
              <a:spcAft>
                <a:spcPts val="0"/>
              </a:spcAft>
              <a:buClr>
                <a:srgbClr val="FF0000"/>
              </a:buClr>
              <a:buSzPts val="1540"/>
              <a:buFont typeface="Noto Sans Symbols"/>
              <a:buChar char="■"/>
            </a:pPr>
            <a:r>
              <a:rPr lang="fr-FR" sz="2800">
                <a:solidFill>
                  <a:srgbClr val="131413"/>
                </a:solidFill>
              </a:rPr>
              <a:t>3 mesures à 2 minutes d’intervalle</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3200"/>
              <a:buFont typeface="Twentieth Century"/>
              <a:buNone/>
            </a:pPr>
            <a:r>
              <a:rPr lang="fr-FR" sz="3200">
                <a:solidFill>
                  <a:srgbClr val="D2533C"/>
                </a:solidFill>
              </a:rPr>
              <a:t>SURVEILLANCE DE L’ÉTAT HÉMODYNAMIQUE</a:t>
            </a:r>
            <a:endParaRPr/>
          </a:p>
        </p:txBody>
      </p:sp>
      <p:pic>
        <p:nvPicPr>
          <p:cNvPr id="1064" name="Google Shape;1064;p13"/>
          <p:cNvPicPr preferRelativeResize="0"/>
          <p:nvPr>
            <p:ph idx="1" type="body"/>
          </p:nvPr>
        </p:nvPicPr>
        <p:blipFill rotWithShape="1">
          <a:blip r:embed="rId3">
            <a:alphaModFix/>
          </a:blip>
          <a:srcRect b="0" l="0" r="0" t="0"/>
          <a:stretch/>
        </p:blipFill>
        <p:spPr>
          <a:xfrm>
            <a:off x="1271464" y="1916832"/>
            <a:ext cx="10225136" cy="46085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3600"/>
              <a:buFont typeface="Twentieth Century"/>
              <a:buNone/>
            </a:pPr>
            <a:r>
              <a:rPr lang="fr-FR" sz="3600"/>
              <a:t>SURVEILLANCE DE L’ÉTAT HÉMODYNAMIQUE: ES</a:t>
            </a:r>
            <a:br>
              <a:rPr lang="fr-FR"/>
            </a:br>
            <a:endParaRPr/>
          </a:p>
        </p:txBody>
      </p:sp>
      <p:pic>
        <p:nvPicPr>
          <p:cNvPr id="1070" name="Google Shape;1070;p14"/>
          <p:cNvPicPr preferRelativeResize="0"/>
          <p:nvPr>
            <p:ph idx="1" type="body"/>
          </p:nvPr>
        </p:nvPicPr>
        <p:blipFill rotWithShape="1">
          <a:blip r:embed="rId3">
            <a:alphaModFix/>
          </a:blip>
          <a:srcRect b="0" l="0" r="0" t="0"/>
          <a:stretch/>
        </p:blipFill>
        <p:spPr>
          <a:xfrm>
            <a:off x="1883536" y="585227"/>
            <a:ext cx="8424900" cy="5280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5000"/>
              <a:buFont typeface="Twentieth Century"/>
              <a:buNone/>
            </a:pPr>
            <a:r>
              <a:rPr lang="fr-FR">
                <a:solidFill>
                  <a:srgbClr val="D2533C"/>
                </a:solidFill>
              </a:rPr>
              <a:t>SURVEILLANCE DE LA THERMORÉGULATION</a:t>
            </a:r>
            <a:br>
              <a:rPr lang="fr-FR" sz="3600">
                <a:latin typeface="Calibri"/>
                <a:ea typeface="Calibri"/>
                <a:cs typeface="Calibri"/>
                <a:sym typeface="Calibri"/>
              </a:rPr>
            </a:br>
            <a:endParaRPr/>
          </a:p>
        </p:txBody>
      </p:sp>
      <p:sp>
        <p:nvSpPr>
          <p:cNvPr id="1076" name="Google Shape;1076;p15"/>
          <p:cNvSpPr txBox="1"/>
          <p:nvPr>
            <p:ph idx="1" type="body"/>
          </p:nvPr>
        </p:nvSpPr>
        <p:spPr>
          <a:xfrm>
            <a:off x="1024128" y="1772816"/>
            <a:ext cx="10472472" cy="4824536"/>
          </a:xfrm>
          <a:prstGeom prst="rect">
            <a:avLst/>
          </a:prstGeom>
          <a:noFill/>
          <a:ln>
            <a:noFill/>
          </a:ln>
        </p:spPr>
        <p:txBody>
          <a:bodyPr anchorCtr="0" anchor="t" bIns="45700" lIns="45700" spcFirstLastPara="1" rIns="45700" wrap="square" tIns="45700">
            <a:normAutofit fontScale="92500" lnSpcReduction="10000"/>
          </a:bodyPr>
          <a:lstStyle/>
          <a:p>
            <a:pPr indent="-176212" lvl="0" marL="91440" rtl="0" algn="just">
              <a:lnSpc>
                <a:spcPct val="115000"/>
              </a:lnSpc>
              <a:spcBef>
                <a:spcPts val="0"/>
              </a:spcBef>
              <a:spcAft>
                <a:spcPts val="0"/>
              </a:spcAft>
              <a:buSzPct val="100000"/>
              <a:buChar char=" "/>
            </a:pPr>
            <a:r>
              <a:rPr lang="fr-FR" sz="3000"/>
              <a:t>Le nné n’a pas de réserve calorique il ne peut donc pas produire de chaleur. L’utilisation d’un incubateur est nécessaire. Surveillance :</a:t>
            </a:r>
            <a:endParaRPr/>
          </a:p>
          <a:p>
            <a:pPr indent="-342900" lvl="0" marL="342900" rtl="0" algn="just">
              <a:lnSpc>
                <a:spcPct val="115000"/>
              </a:lnSpc>
              <a:spcBef>
                <a:spcPts val="1200"/>
              </a:spcBef>
              <a:spcAft>
                <a:spcPts val="0"/>
              </a:spcAft>
              <a:buSzPct val="100000"/>
              <a:buFont typeface="Noto Sans Symbols"/>
              <a:buChar char="∙"/>
            </a:pPr>
            <a:r>
              <a:rPr lang="fr-FR" sz="3000"/>
              <a:t>Température </a:t>
            </a:r>
            <a:endParaRPr/>
          </a:p>
          <a:p>
            <a:pPr indent="-342900" lvl="0" marL="342900" rtl="0" algn="just">
              <a:lnSpc>
                <a:spcPct val="115000"/>
              </a:lnSpc>
              <a:spcBef>
                <a:spcPts val="1200"/>
              </a:spcBef>
              <a:spcAft>
                <a:spcPts val="0"/>
              </a:spcAft>
              <a:buSzPct val="100000"/>
              <a:buFont typeface="Noto Sans Symbols"/>
              <a:buChar char="∙"/>
            </a:pPr>
            <a:r>
              <a:rPr lang="fr-FR" sz="3000"/>
              <a:t>Position sonde cutanée</a:t>
            </a:r>
            <a:endParaRPr/>
          </a:p>
          <a:p>
            <a:pPr indent="-342900" lvl="0" marL="342900" rtl="0" algn="just">
              <a:lnSpc>
                <a:spcPct val="115000"/>
              </a:lnSpc>
              <a:spcBef>
                <a:spcPts val="1200"/>
              </a:spcBef>
              <a:spcAft>
                <a:spcPts val="0"/>
              </a:spcAft>
              <a:buSzPct val="100000"/>
              <a:buFont typeface="Noto Sans Symbols"/>
              <a:buChar char="∙"/>
            </a:pPr>
            <a:r>
              <a:rPr lang="fr-FR" sz="3000"/>
              <a:t>Changement de site de la sonde (escarre)</a:t>
            </a:r>
            <a:endParaRPr/>
          </a:p>
          <a:p>
            <a:pPr indent="-342900" lvl="0" marL="342900" rtl="0" algn="just">
              <a:lnSpc>
                <a:spcPct val="115000"/>
              </a:lnSpc>
              <a:spcBef>
                <a:spcPts val="1200"/>
              </a:spcBef>
              <a:spcAft>
                <a:spcPts val="0"/>
              </a:spcAft>
              <a:buSzPct val="100000"/>
              <a:buFont typeface="Noto Sans Symbols"/>
              <a:buChar char="∙"/>
            </a:pPr>
            <a:r>
              <a:rPr lang="fr-FR" sz="3000"/>
              <a:t>Température de l’enfant notée en fonction de celle de l’incubateur</a:t>
            </a:r>
            <a:endParaRPr/>
          </a:p>
          <a:p>
            <a:pPr indent="-342900" lvl="0" marL="342900" rtl="0" algn="just">
              <a:lnSpc>
                <a:spcPct val="115000"/>
              </a:lnSpc>
              <a:spcBef>
                <a:spcPts val="1200"/>
              </a:spcBef>
              <a:spcAft>
                <a:spcPts val="0"/>
              </a:spcAft>
              <a:buSzPct val="100000"/>
              <a:buFont typeface="Noto Sans Symbols"/>
              <a:buChar char="∙"/>
            </a:pPr>
            <a:r>
              <a:rPr lang="fr-FR" sz="3000"/>
              <a:t>Coloration de la peau</a:t>
            </a:r>
            <a:endParaRPr/>
          </a:p>
          <a:p>
            <a:pPr indent="-342900" lvl="0" marL="342900" rtl="0" algn="just">
              <a:lnSpc>
                <a:spcPct val="115000"/>
              </a:lnSpc>
              <a:spcBef>
                <a:spcPts val="1200"/>
              </a:spcBef>
              <a:spcAft>
                <a:spcPts val="0"/>
              </a:spcAft>
              <a:buSzPct val="100000"/>
              <a:buFont typeface="Noto Sans Symbols"/>
              <a:buChar char="∙"/>
            </a:pPr>
            <a:r>
              <a:rPr lang="fr-FR" sz="3000"/>
              <a:t>Regrouper les soins et éviter les refroidissements </a:t>
            </a:r>
            <a:endParaRPr/>
          </a:p>
          <a:p>
            <a:pPr indent="0" lvl="0" marL="91440" rtl="0" algn="l">
              <a:lnSpc>
                <a:spcPct val="90000"/>
              </a:lnSpc>
              <a:spcBef>
                <a:spcPts val="1200"/>
              </a:spcBef>
              <a:spcAft>
                <a:spcPts val="0"/>
              </a:spcAft>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5000"/>
              <a:buFont typeface="Twentieth Century"/>
              <a:buNone/>
            </a:pPr>
            <a:r>
              <a:rPr lang="fr-FR">
                <a:solidFill>
                  <a:srgbClr val="D2533C"/>
                </a:solidFill>
              </a:rPr>
              <a:t>SURVEILLANCE DE L’ALIMENTATION PARENTÉRALE</a:t>
            </a:r>
            <a:br>
              <a:rPr lang="fr-FR" sz="3600">
                <a:latin typeface="Calibri"/>
                <a:ea typeface="Calibri"/>
                <a:cs typeface="Calibri"/>
                <a:sym typeface="Calibri"/>
              </a:rPr>
            </a:br>
            <a:endParaRPr/>
          </a:p>
        </p:txBody>
      </p:sp>
      <p:sp>
        <p:nvSpPr>
          <p:cNvPr id="1082" name="Google Shape;1082;p16"/>
          <p:cNvSpPr txBox="1"/>
          <p:nvPr>
            <p:ph idx="1" type="body"/>
          </p:nvPr>
        </p:nvSpPr>
        <p:spPr>
          <a:xfrm>
            <a:off x="1024128" y="1628800"/>
            <a:ext cx="10976528" cy="4680560"/>
          </a:xfrm>
          <a:prstGeom prst="rect">
            <a:avLst/>
          </a:prstGeom>
          <a:noFill/>
          <a:ln>
            <a:noFill/>
          </a:ln>
        </p:spPr>
        <p:txBody>
          <a:bodyPr anchorCtr="0" anchor="t" bIns="45700" lIns="45700" spcFirstLastPara="1" rIns="45700" wrap="square" tIns="45700">
            <a:normAutofit fontScale="47500" lnSpcReduction="20000"/>
          </a:bodyPr>
          <a:lstStyle/>
          <a:p>
            <a:pPr indent="0" lvl="0" marL="0" rtl="0" algn="l">
              <a:lnSpc>
                <a:spcPct val="115000"/>
              </a:lnSpc>
              <a:spcBef>
                <a:spcPts val="0"/>
              </a:spcBef>
              <a:spcAft>
                <a:spcPts val="0"/>
              </a:spcAft>
              <a:buSzPct val="100000"/>
              <a:buNone/>
            </a:pPr>
            <a:r>
              <a:t/>
            </a:r>
            <a:endParaRPr b="1" u="sng">
              <a:latin typeface="Times New Roman"/>
              <a:ea typeface="Times New Roman"/>
              <a:cs typeface="Times New Roman"/>
              <a:sym typeface="Times New Roman"/>
            </a:endParaRPr>
          </a:p>
          <a:p>
            <a:pPr indent="0" lvl="0" marL="0" rtl="0" algn="l">
              <a:lnSpc>
                <a:spcPct val="115000"/>
              </a:lnSpc>
              <a:spcBef>
                <a:spcPts val="1200"/>
              </a:spcBef>
              <a:spcAft>
                <a:spcPts val="0"/>
              </a:spcAft>
              <a:buSzPct val="100000"/>
              <a:buNone/>
            </a:pPr>
            <a:r>
              <a:rPr b="1" lang="fr-FR" sz="9600" u="sng"/>
              <a:t>Surveillance de la perfusion sur VVP</a:t>
            </a:r>
            <a:endParaRPr sz="9600"/>
          </a:p>
          <a:p>
            <a:pPr indent="0" lvl="0" marL="0" rtl="0" algn="just">
              <a:lnSpc>
                <a:spcPct val="115000"/>
              </a:lnSpc>
              <a:spcBef>
                <a:spcPts val="1200"/>
              </a:spcBef>
              <a:spcAft>
                <a:spcPts val="0"/>
              </a:spcAft>
              <a:buSzPct val="100000"/>
              <a:buNone/>
            </a:pPr>
            <a:r>
              <a:rPr lang="fr-FR" sz="8000"/>
              <a:t>Cette voie d’abord reste très fragile. Sa surveillance doit être constante. Elle va permettre de mettre en évidence une rougeur, chaleur, œdème, douleur du membre perfusé. </a:t>
            </a:r>
            <a:endParaRPr sz="8000"/>
          </a:p>
          <a:p>
            <a:pPr indent="0" lvl="0" marL="0" rtl="0" algn="just">
              <a:lnSpc>
                <a:spcPct val="115000"/>
              </a:lnSpc>
              <a:spcBef>
                <a:spcPts val="1200"/>
              </a:spcBef>
              <a:spcAft>
                <a:spcPts val="0"/>
              </a:spcAft>
              <a:buSzPct val="100000"/>
              <a:buNone/>
            </a:pPr>
            <a:r>
              <a:rPr lang="fr-FR" sz="8000"/>
              <a:t>L’ablation du cathlon doit se faire rapidement afin d’éviter un risque infectieux, voir une nécrose des tissus. </a:t>
            </a:r>
            <a:endParaRPr/>
          </a:p>
          <a:p>
            <a:pPr indent="-101600" lvl="0" marL="342900" rtl="0" algn="just">
              <a:lnSpc>
                <a:spcPct val="115000"/>
              </a:lnSpc>
              <a:spcBef>
                <a:spcPts val="1200"/>
              </a:spcBef>
              <a:spcAft>
                <a:spcPts val="0"/>
              </a:spcAft>
              <a:buSzPct val="100000"/>
              <a:buFont typeface="Noto Sans Symbols"/>
              <a:buNone/>
            </a:pPr>
            <a:r>
              <a:t/>
            </a:r>
            <a:endParaRPr sz="8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7"/>
          <p:cNvSpPr txBox="1"/>
          <p:nvPr>
            <p:ph idx="1" type="body"/>
          </p:nvPr>
        </p:nvSpPr>
        <p:spPr>
          <a:xfrm>
            <a:off x="1024128" y="1268760"/>
            <a:ext cx="9720071" cy="5040600"/>
          </a:xfrm>
          <a:prstGeom prst="rect">
            <a:avLst/>
          </a:prstGeom>
          <a:noFill/>
          <a:ln>
            <a:noFill/>
          </a:ln>
        </p:spPr>
        <p:txBody>
          <a:bodyPr anchorCtr="0" anchor="t" bIns="45700" lIns="45700" spcFirstLastPara="1" rIns="45700" wrap="square" tIns="45700">
            <a:normAutofit fontScale="85000" lnSpcReduction="20000"/>
          </a:bodyPr>
          <a:lstStyle/>
          <a:p>
            <a:pPr indent="0" lvl="0" marL="0" rtl="0" algn="l">
              <a:lnSpc>
                <a:spcPct val="115000"/>
              </a:lnSpc>
              <a:spcBef>
                <a:spcPts val="0"/>
              </a:spcBef>
              <a:spcAft>
                <a:spcPts val="0"/>
              </a:spcAft>
              <a:buSzPct val="100000"/>
              <a:buNone/>
            </a:pPr>
            <a:r>
              <a:rPr b="1" lang="fr-FR" sz="2400" u="sng"/>
              <a:t>Surveillance  d’un enfant porteur d’un cathéter ombilical :</a:t>
            </a:r>
            <a:endParaRPr sz="2400"/>
          </a:p>
          <a:p>
            <a:pPr indent="0" lvl="0" marL="0" rtl="0" algn="l">
              <a:lnSpc>
                <a:spcPct val="115000"/>
              </a:lnSpc>
              <a:spcBef>
                <a:spcPts val="1200"/>
              </a:spcBef>
              <a:spcAft>
                <a:spcPts val="0"/>
              </a:spcAft>
              <a:buSzPct val="100000"/>
              <a:buNone/>
            </a:pPr>
            <a:r>
              <a:rPr lang="fr-FR" sz="2400"/>
              <a:t>Abdomen, </a:t>
            </a:r>
            <a:r>
              <a:rPr lang="fr-FR" sz="2400">
                <a:solidFill>
                  <a:srgbClr val="292934"/>
                </a:solidFill>
              </a:rPr>
              <a:t>ombilic, sécrétions , pus,  fuites</a:t>
            </a:r>
            <a:endParaRPr sz="2400"/>
          </a:p>
          <a:p>
            <a:pPr indent="0" lvl="0" marL="0" rtl="0" algn="l">
              <a:lnSpc>
                <a:spcPct val="115000"/>
              </a:lnSpc>
              <a:spcBef>
                <a:spcPts val="1200"/>
              </a:spcBef>
              <a:spcAft>
                <a:spcPts val="0"/>
              </a:spcAft>
              <a:buClr>
                <a:srgbClr val="93A299"/>
              </a:buClr>
              <a:buSzPct val="100000"/>
              <a:buNone/>
            </a:pPr>
            <a:r>
              <a:rPr lang="fr-FR" sz="2400"/>
              <a:t>Perfusion/ </a:t>
            </a:r>
            <a:r>
              <a:rPr lang="fr-FR" sz="2400">
                <a:solidFill>
                  <a:srgbClr val="292934"/>
                </a:solidFill>
              </a:rPr>
              <a:t>Changement filtre et tubulure tout les  3 j</a:t>
            </a:r>
            <a:endParaRPr sz="2400"/>
          </a:p>
          <a:p>
            <a:pPr indent="0" lvl="0" marL="0" rtl="0" algn="l">
              <a:lnSpc>
                <a:spcPct val="115000"/>
              </a:lnSpc>
              <a:spcBef>
                <a:spcPts val="1400"/>
              </a:spcBef>
              <a:spcAft>
                <a:spcPts val="0"/>
              </a:spcAft>
              <a:buSzPct val="100000"/>
              <a:buNone/>
            </a:pPr>
            <a:r>
              <a:rPr lang="fr-FR" sz="2400"/>
              <a:t>Pieds attachés pour éviter d’arracher le KT</a:t>
            </a:r>
            <a:endParaRPr/>
          </a:p>
          <a:p>
            <a:pPr indent="0" lvl="0" marL="0" rtl="0" algn="l">
              <a:lnSpc>
                <a:spcPct val="115000"/>
              </a:lnSpc>
              <a:spcBef>
                <a:spcPts val="1200"/>
              </a:spcBef>
              <a:spcAft>
                <a:spcPts val="0"/>
              </a:spcAft>
              <a:buSzPct val="100000"/>
              <a:buNone/>
            </a:pPr>
            <a:r>
              <a:rPr lang="fr-FR" sz="2400"/>
              <a:t>Mains protégées dans des moufles</a:t>
            </a:r>
            <a:endParaRPr/>
          </a:p>
          <a:p>
            <a:pPr indent="0" lvl="0" marL="0" rtl="0" algn="l">
              <a:lnSpc>
                <a:spcPct val="115000"/>
              </a:lnSpc>
              <a:spcBef>
                <a:spcPts val="1200"/>
              </a:spcBef>
              <a:spcAft>
                <a:spcPts val="0"/>
              </a:spcAft>
              <a:buSzPct val="100000"/>
              <a:buNone/>
            </a:pPr>
            <a:r>
              <a:t/>
            </a:r>
            <a:endParaRPr b="1" sz="2400" u="sng"/>
          </a:p>
          <a:p>
            <a:pPr indent="0" lvl="0" marL="0" rtl="0" algn="l">
              <a:lnSpc>
                <a:spcPct val="115000"/>
              </a:lnSpc>
              <a:spcBef>
                <a:spcPts val="1200"/>
              </a:spcBef>
              <a:spcAft>
                <a:spcPts val="0"/>
              </a:spcAft>
              <a:buSzPct val="100000"/>
              <a:buNone/>
            </a:pPr>
            <a:r>
              <a:rPr b="1" lang="fr-FR" sz="2400" u="sng"/>
              <a:t>Surveillance  d’un enfant porteur cathéter transcutané :</a:t>
            </a:r>
            <a:endParaRPr sz="2400"/>
          </a:p>
          <a:p>
            <a:pPr indent="0" lvl="0" marL="0" rtl="0" algn="l">
              <a:lnSpc>
                <a:spcPct val="115000"/>
              </a:lnSpc>
              <a:spcBef>
                <a:spcPts val="1200"/>
              </a:spcBef>
              <a:spcAft>
                <a:spcPts val="0"/>
              </a:spcAft>
              <a:buSzPct val="100000"/>
              <a:buNone/>
            </a:pPr>
            <a:r>
              <a:rPr lang="fr-FR" sz="2400"/>
              <a:t>Membre du KT (rougeur, gonflement, douleur)</a:t>
            </a:r>
            <a:endParaRPr/>
          </a:p>
          <a:p>
            <a:pPr indent="0" lvl="0" marL="0" rtl="0" algn="l">
              <a:lnSpc>
                <a:spcPct val="115000"/>
              </a:lnSpc>
              <a:spcBef>
                <a:spcPts val="1200"/>
              </a:spcBef>
              <a:spcAft>
                <a:spcPts val="0"/>
              </a:spcAft>
              <a:buSzPct val="100000"/>
              <a:buNone/>
            </a:pPr>
            <a:r>
              <a:rPr lang="fr-FR" sz="2400"/>
              <a:t>Pansement (sang, suintement, écoulement)</a:t>
            </a:r>
            <a:endParaRPr/>
          </a:p>
          <a:p>
            <a:pPr indent="0" lvl="0" marL="0" rtl="0" algn="l">
              <a:lnSpc>
                <a:spcPct val="115000"/>
              </a:lnSpc>
              <a:spcBef>
                <a:spcPts val="1200"/>
              </a:spcBef>
              <a:spcAft>
                <a:spcPts val="0"/>
              </a:spcAft>
              <a:buSzPct val="100000"/>
              <a:buNone/>
            </a:pPr>
            <a:r>
              <a:rPr lang="fr-FR" sz="2400"/>
              <a:t>Débit, volume, Changement filtre et tubulure tout les  3 j</a:t>
            </a:r>
            <a:endParaRPr/>
          </a:p>
          <a:p>
            <a:pPr indent="0" lvl="0" marL="0" rtl="0" algn="l">
              <a:lnSpc>
                <a:spcPct val="115000"/>
              </a:lnSpc>
              <a:spcBef>
                <a:spcPts val="1200"/>
              </a:spcBef>
              <a:spcAft>
                <a:spcPts val="0"/>
              </a:spcAft>
              <a:buSzPct val="100000"/>
              <a:buNone/>
            </a:pPr>
            <a:r>
              <a:rPr lang="fr-FR" sz="2400"/>
              <a:t>Toute intervention sur KT notée sur la feuille de surveillance.</a:t>
            </a:r>
            <a:endParaRPr/>
          </a:p>
          <a:p>
            <a:pPr indent="-213359" lvl="0" marL="342900" rtl="0" algn="l">
              <a:lnSpc>
                <a:spcPct val="115000"/>
              </a:lnSpc>
              <a:spcBef>
                <a:spcPts val="1200"/>
              </a:spcBef>
              <a:spcAft>
                <a:spcPts val="0"/>
              </a:spcAft>
              <a:buSzPct val="100000"/>
              <a:buFont typeface="Noto Sans Symbols"/>
              <a:buNone/>
            </a:pPr>
            <a:r>
              <a:t/>
            </a:r>
            <a:endParaRPr sz="2400"/>
          </a:p>
          <a:p>
            <a:pPr indent="0" lvl="0" marL="91440" rtl="0" algn="l">
              <a:lnSpc>
                <a:spcPct val="90000"/>
              </a:lnSpc>
              <a:spcBef>
                <a:spcPts val="12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5000"/>
              <a:buFont typeface="Twentieth Century"/>
              <a:buNone/>
            </a:pPr>
            <a:r>
              <a:rPr lang="fr-FR">
                <a:solidFill>
                  <a:srgbClr val="D2533C"/>
                </a:solidFill>
              </a:rPr>
              <a:t>SURVEILLANCE DE L’ALIMENTATION ENTÉRALE </a:t>
            </a:r>
            <a:endParaRPr/>
          </a:p>
        </p:txBody>
      </p:sp>
      <p:sp>
        <p:nvSpPr>
          <p:cNvPr id="1093" name="Google Shape;1093;p18"/>
          <p:cNvSpPr txBox="1"/>
          <p:nvPr>
            <p:ph idx="1" type="body"/>
          </p:nvPr>
        </p:nvSpPr>
        <p:spPr>
          <a:xfrm>
            <a:off x="767408" y="1556792"/>
            <a:ext cx="10873208" cy="5301208"/>
          </a:xfrm>
          <a:prstGeom prst="rect">
            <a:avLst/>
          </a:prstGeom>
          <a:noFill/>
          <a:ln>
            <a:noFill/>
          </a:ln>
        </p:spPr>
        <p:txBody>
          <a:bodyPr anchorCtr="0" anchor="t" bIns="45700" lIns="45700" spcFirstLastPara="1" rIns="45700" wrap="square" tIns="45700">
            <a:normAutofit fontScale="77500" lnSpcReduction="20000"/>
          </a:bodyPr>
          <a:lstStyle/>
          <a:p>
            <a:pPr indent="0" lvl="0" marL="0" rtl="0" algn="l">
              <a:lnSpc>
                <a:spcPct val="115000"/>
              </a:lnSpc>
              <a:spcBef>
                <a:spcPts val="0"/>
              </a:spcBef>
              <a:spcAft>
                <a:spcPts val="0"/>
              </a:spcAft>
              <a:buSzPct val="100000"/>
              <a:buNone/>
            </a:pPr>
            <a:r>
              <a:rPr lang="fr-FR">
                <a:latin typeface="Times New Roman"/>
                <a:ea typeface="Times New Roman"/>
                <a:cs typeface="Times New Roman"/>
                <a:sym typeface="Times New Roman"/>
              </a:rPr>
              <a:t> </a:t>
            </a:r>
            <a:endParaRPr>
              <a:latin typeface="Calibri"/>
              <a:ea typeface="Calibri"/>
              <a:cs typeface="Calibri"/>
              <a:sym typeface="Calibri"/>
            </a:endParaRPr>
          </a:p>
          <a:p>
            <a:pPr indent="-157480" lvl="0" marL="91440" rtl="0" algn="l">
              <a:lnSpc>
                <a:spcPct val="115000"/>
              </a:lnSpc>
              <a:spcBef>
                <a:spcPts val="1200"/>
              </a:spcBef>
              <a:spcAft>
                <a:spcPts val="0"/>
              </a:spcAft>
              <a:buSzPct val="100000"/>
              <a:buChar char=" "/>
            </a:pPr>
            <a:r>
              <a:rPr lang="fr-FR" sz="3200"/>
              <a:t>2 type d’AE : en continue et en discontinue</a:t>
            </a:r>
            <a:endParaRPr/>
          </a:p>
          <a:p>
            <a:pPr indent="0" lvl="0" marL="0" rtl="0" algn="l">
              <a:lnSpc>
                <a:spcPct val="115000"/>
              </a:lnSpc>
              <a:spcBef>
                <a:spcPts val="1200"/>
              </a:spcBef>
              <a:spcAft>
                <a:spcPts val="0"/>
              </a:spcAft>
              <a:buSzPct val="100000"/>
              <a:buNone/>
            </a:pPr>
            <a:r>
              <a:rPr lang="fr-FR" sz="3200"/>
              <a:t> </a:t>
            </a:r>
            <a:endParaRPr/>
          </a:p>
          <a:p>
            <a:pPr indent="-157480" lvl="0" marL="91440" rtl="0" algn="l">
              <a:lnSpc>
                <a:spcPct val="115000"/>
              </a:lnSpc>
              <a:spcBef>
                <a:spcPts val="1200"/>
              </a:spcBef>
              <a:spcAft>
                <a:spcPts val="0"/>
              </a:spcAft>
              <a:buSzPct val="100000"/>
              <a:buChar char=" "/>
            </a:pPr>
            <a:r>
              <a:rPr b="1" lang="fr-FR" sz="3200" u="sng"/>
              <a:t>Rôle du personnel soignant :</a:t>
            </a:r>
            <a:endParaRPr sz="3200"/>
          </a:p>
          <a:p>
            <a:pPr indent="-342900" lvl="0" marL="342900" rtl="0" algn="l">
              <a:lnSpc>
                <a:spcPct val="115000"/>
              </a:lnSpc>
              <a:spcBef>
                <a:spcPts val="1200"/>
              </a:spcBef>
              <a:spcAft>
                <a:spcPts val="0"/>
              </a:spcAft>
              <a:buSzPct val="100000"/>
              <a:buFont typeface="Noto Sans Symbols"/>
              <a:buChar char="∙"/>
            </a:pPr>
            <a:r>
              <a:rPr lang="fr-FR" sz="3200"/>
              <a:t>Position du bébé (décubitus ventrale et latéral favorise la digestion)</a:t>
            </a:r>
            <a:endParaRPr/>
          </a:p>
          <a:p>
            <a:pPr indent="-342900" lvl="0" marL="342900" rtl="0" algn="l">
              <a:lnSpc>
                <a:spcPct val="115000"/>
              </a:lnSpc>
              <a:spcBef>
                <a:spcPts val="1200"/>
              </a:spcBef>
              <a:spcAft>
                <a:spcPts val="0"/>
              </a:spcAft>
              <a:buSzPct val="100000"/>
              <a:buFont typeface="Noto Sans Symbols"/>
              <a:buChar char="∙"/>
            </a:pPr>
            <a:r>
              <a:rPr lang="fr-FR" sz="3200"/>
              <a:t>Surveillance poids, taille et PC</a:t>
            </a:r>
            <a:endParaRPr/>
          </a:p>
          <a:p>
            <a:pPr indent="-342900" lvl="0" marL="342900" rtl="0" algn="l">
              <a:lnSpc>
                <a:spcPct val="115000"/>
              </a:lnSpc>
              <a:spcBef>
                <a:spcPts val="1200"/>
              </a:spcBef>
              <a:spcAft>
                <a:spcPts val="0"/>
              </a:spcAft>
              <a:buSzPct val="100000"/>
              <a:buFont typeface="Noto Sans Symbols"/>
              <a:buChar char="∙"/>
            </a:pPr>
            <a:r>
              <a:rPr lang="fr-FR" sz="3200"/>
              <a:t>Stimuler réflexe de succion, l’oralité</a:t>
            </a:r>
            <a:endParaRPr/>
          </a:p>
          <a:p>
            <a:pPr indent="-342900" lvl="0" marL="342900" rtl="0" algn="l">
              <a:lnSpc>
                <a:spcPct val="115000"/>
              </a:lnSpc>
              <a:spcBef>
                <a:spcPts val="1200"/>
              </a:spcBef>
              <a:spcAft>
                <a:spcPts val="0"/>
              </a:spcAft>
              <a:buSzPct val="100000"/>
              <a:buFont typeface="Noto Sans Symbols"/>
              <a:buChar char="∙"/>
            </a:pPr>
            <a:r>
              <a:rPr lang="fr-FR" sz="3200"/>
              <a:t>Soutenir et conseiller la maman qui allaite</a:t>
            </a:r>
            <a:endParaRPr/>
          </a:p>
          <a:p>
            <a:pPr indent="-342900" lvl="0" marL="342900" rtl="0" algn="l">
              <a:lnSpc>
                <a:spcPct val="115000"/>
              </a:lnSpc>
              <a:spcBef>
                <a:spcPts val="1200"/>
              </a:spcBef>
              <a:spcAft>
                <a:spcPts val="0"/>
              </a:spcAft>
              <a:buSzPct val="100000"/>
              <a:buFont typeface="Noto Sans Symbols"/>
              <a:buChar char="∙"/>
            </a:pPr>
            <a:r>
              <a:rPr lang="fr-FR" sz="3200"/>
              <a:t>Surveillance résidus, de rejet, de ballonnement, sang dans les selles = intolérance</a:t>
            </a:r>
            <a:endParaRPr/>
          </a:p>
          <a:p>
            <a:pPr indent="-342900" lvl="0" marL="342900" rtl="0" algn="l">
              <a:lnSpc>
                <a:spcPct val="115000"/>
              </a:lnSpc>
              <a:spcBef>
                <a:spcPts val="1200"/>
              </a:spcBef>
              <a:spcAft>
                <a:spcPts val="0"/>
              </a:spcAft>
              <a:buSzPct val="100000"/>
              <a:buFont typeface="Noto Sans Symbols"/>
              <a:buChar char="∙"/>
            </a:pPr>
            <a:r>
              <a:rPr lang="fr-FR" sz="3200"/>
              <a:t>Position de la sonde gastrique à vérifier avant chaque gavage et toutes les 3 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3600"/>
              <a:buFont typeface="Twentieth Century"/>
              <a:buNone/>
            </a:pPr>
            <a:r>
              <a:rPr lang="fr-FR" sz="3600">
                <a:solidFill>
                  <a:srgbClr val="D2533C"/>
                </a:solidFill>
              </a:rPr>
              <a:t>SURVEILLANCE DE L’ALIMENTATION ENTÉRALE </a:t>
            </a:r>
            <a:endParaRPr/>
          </a:p>
        </p:txBody>
      </p:sp>
      <p:sp>
        <p:nvSpPr>
          <p:cNvPr id="1099" name="Google Shape;1099;p19"/>
          <p:cNvSpPr txBox="1"/>
          <p:nvPr>
            <p:ph idx="1" type="body"/>
          </p:nvPr>
        </p:nvSpPr>
        <p:spPr>
          <a:xfrm>
            <a:off x="407368" y="1700808"/>
            <a:ext cx="11161240" cy="4968552"/>
          </a:xfrm>
          <a:prstGeom prst="rect">
            <a:avLst/>
          </a:prstGeom>
          <a:noFill/>
          <a:ln>
            <a:noFill/>
          </a:ln>
        </p:spPr>
        <p:txBody>
          <a:bodyPr anchorCtr="0" anchor="t" bIns="45700" lIns="45700" spcFirstLastPara="1" rIns="45700" wrap="square" tIns="45700">
            <a:normAutofit fontScale="92500" lnSpcReduction="20000"/>
          </a:bodyPr>
          <a:lstStyle/>
          <a:p>
            <a:pPr indent="-342931" lvl="0" marL="342900" rtl="0" algn="l">
              <a:lnSpc>
                <a:spcPct val="115000"/>
              </a:lnSpc>
              <a:spcBef>
                <a:spcPts val="0"/>
              </a:spcBef>
              <a:spcAft>
                <a:spcPts val="0"/>
              </a:spcAft>
              <a:buClr>
                <a:srgbClr val="93A299"/>
              </a:buClr>
              <a:buSzPct val="100000"/>
              <a:buFont typeface="Noto Sans Symbols"/>
              <a:buChar char="∙"/>
            </a:pPr>
            <a:r>
              <a:rPr b="1" lang="fr-FR" sz="2300">
                <a:solidFill>
                  <a:srgbClr val="292934"/>
                </a:solidFill>
              </a:rPr>
              <a:t>Surveillance signe d’entérocolite = intolérance digestive majeur</a:t>
            </a:r>
            <a:endParaRPr/>
          </a:p>
          <a:p>
            <a:pPr indent="-285781" lvl="1" marL="742950" rtl="0" algn="l">
              <a:lnSpc>
                <a:spcPct val="115000"/>
              </a:lnSpc>
              <a:spcBef>
                <a:spcPts val="400"/>
              </a:spcBef>
              <a:spcAft>
                <a:spcPts val="0"/>
              </a:spcAft>
              <a:buClr>
                <a:srgbClr val="93A299"/>
              </a:buClr>
              <a:buSzPct val="100000"/>
              <a:buFont typeface="Courier New"/>
              <a:buChar char="o"/>
            </a:pPr>
            <a:r>
              <a:rPr lang="fr-FR" sz="2300">
                <a:solidFill>
                  <a:srgbClr val="292934"/>
                </a:solidFill>
              </a:rPr>
              <a:t>Résidus sales</a:t>
            </a:r>
            <a:endParaRPr/>
          </a:p>
          <a:p>
            <a:pPr indent="-285781" lvl="1" marL="742950" rtl="0" algn="l">
              <a:lnSpc>
                <a:spcPct val="115000"/>
              </a:lnSpc>
              <a:spcBef>
                <a:spcPts val="600"/>
              </a:spcBef>
              <a:spcAft>
                <a:spcPts val="0"/>
              </a:spcAft>
              <a:buClr>
                <a:srgbClr val="93A299"/>
              </a:buClr>
              <a:buSzPct val="100000"/>
              <a:buFont typeface="Courier New"/>
              <a:buChar char="o"/>
            </a:pPr>
            <a:r>
              <a:rPr lang="fr-FR" sz="2300">
                <a:solidFill>
                  <a:srgbClr val="292934"/>
                </a:solidFill>
              </a:rPr>
              <a:t>Sang dans les selles</a:t>
            </a:r>
            <a:endParaRPr/>
          </a:p>
          <a:p>
            <a:pPr indent="-285781" lvl="1" marL="742950" rtl="0" algn="l">
              <a:lnSpc>
                <a:spcPct val="115000"/>
              </a:lnSpc>
              <a:spcBef>
                <a:spcPts val="600"/>
              </a:spcBef>
              <a:spcAft>
                <a:spcPts val="0"/>
              </a:spcAft>
              <a:buClr>
                <a:srgbClr val="93A299"/>
              </a:buClr>
              <a:buSzPct val="100000"/>
              <a:buFont typeface="Courier New"/>
              <a:buChar char="o"/>
            </a:pPr>
            <a:r>
              <a:rPr lang="fr-FR" sz="2300">
                <a:solidFill>
                  <a:srgbClr val="292934"/>
                </a:solidFill>
              </a:rPr>
              <a:t>Bradycardie, Changement de teint</a:t>
            </a:r>
            <a:endParaRPr/>
          </a:p>
          <a:p>
            <a:pPr indent="-285781" lvl="1" marL="742950" rtl="0" algn="l">
              <a:lnSpc>
                <a:spcPct val="115000"/>
              </a:lnSpc>
              <a:spcBef>
                <a:spcPts val="600"/>
              </a:spcBef>
              <a:spcAft>
                <a:spcPts val="0"/>
              </a:spcAft>
              <a:buClr>
                <a:srgbClr val="93A299"/>
              </a:buClr>
              <a:buSzPct val="100000"/>
              <a:buFont typeface="Courier New"/>
              <a:buChar char="o"/>
            </a:pPr>
            <a:r>
              <a:rPr lang="fr-FR" sz="2300">
                <a:solidFill>
                  <a:srgbClr val="292934"/>
                </a:solidFill>
              </a:rPr>
              <a:t>Vomissements, ballonnement</a:t>
            </a:r>
            <a:endParaRPr/>
          </a:p>
          <a:p>
            <a:pPr indent="-285781" lvl="1" marL="742950" rtl="0" algn="l">
              <a:lnSpc>
                <a:spcPct val="115000"/>
              </a:lnSpc>
              <a:spcBef>
                <a:spcPts val="600"/>
              </a:spcBef>
              <a:spcAft>
                <a:spcPts val="0"/>
              </a:spcAft>
              <a:buClr>
                <a:srgbClr val="93A299"/>
              </a:buClr>
              <a:buSzPct val="100000"/>
              <a:buFont typeface="Courier New"/>
              <a:buChar char="o"/>
            </a:pPr>
            <a:r>
              <a:rPr lang="fr-FR" sz="2300">
                <a:solidFill>
                  <a:srgbClr val="292934"/>
                </a:solidFill>
              </a:rPr>
              <a:t>Anses intestinales dilatées</a:t>
            </a:r>
            <a:endParaRPr/>
          </a:p>
          <a:p>
            <a:pPr indent="0" lvl="1" marL="265176" rtl="0" algn="l">
              <a:lnSpc>
                <a:spcPct val="115000"/>
              </a:lnSpc>
              <a:spcBef>
                <a:spcPts val="600"/>
              </a:spcBef>
              <a:spcAft>
                <a:spcPts val="0"/>
              </a:spcAft>
              <a:buClr>
                <a:srgbClr val="93A299"/>
              </a:buClr>
              <a:buSzPct val="100000"/>
              <a:buNone/>
            </a:pPr>
            <a:r>
              <a:rPr b="1" lang="fr-FR" sz="2300">
                <a:solidFill>
                  <a:srgbClr val="292934"/>
                </a:solidFill>
              </a:rPr>
              <a:t>Arrêt alimentaire = repos digestif et Augmentation de l’apport parentéral</a:t>
            </a:r>
            <a:endParaRPr/>
          </a:p>
          <a:p>
            <a:pPr indent="0" lvl="1" marL="265176" rtl="0" algn="l">
              <a:lnSpc>
                <a:spcPct val="115000"/>
              </a:lnSpc>
              <a:spcBef>
                <a:spcPts val="600"/>
              </a:spcBef>
              <a:spcAft>
                <a:spcPts val="0"/>
              </a:spcAft>
              <a:buClr>
                <a:srgbClr val="93A299"/>
              </a:buClr>
              <a:buSzPct val="100000"/>
              <a:buNone/>
            </a:pPr>
            <a:r>
              <a:rPr lang="fr-FR" sz="2300">
                <a:solidFill>
                  <a:srgbClr val="292934"/>
                </a:solidFill>
              </a:rPr>
              <a:t>Coproculture, prélèvement sanguin, lait</a:t>
            </a:r>
            <a:endParaRPr/>
          </a:p>
          <a:p>
            <a:pPr indent="0" lvl="1" marL="265176" rtl="0" algn="l">
              <a:lnSpc>
                <a:spcPct val="115000"/>
              </a:lnSpc>
              <a:spcBef>
                <a:spcPts val="600"/>
              </a:spcBef>
              <a:spcAft>
                <a:spcPts val="0"/>
              </a:spcAft>
              <a:buClr>
                <a:srgbClr val="93A299"/>
              </a:buClr>
              <a:buSzPct val="100000"/>
              <a:buNone/>
            </a:pPr>
            <a:r>
              <a:rPr lang="fr-FR" sz="2300">
                <a:solidFill>
                  <a:srgbClr val="292934"/>
                </a:solidFill>
              </a:rPr>
              <a:t>TA, FR, FC</a:t>
            </a:r>
            <a:endParaRPr/>
          </a:p>
          <a:p>
            <a:pPr indent="0" lvl="1" marL="265176" rtl="0" algn="l">
              <a:lnSpc>
                <a:spcPct val="115000"/>
              </a:lnSpc>
              <a:spcBef>
                <a:spcPts val="600"/>
              </a:spcBef>
              <a:spcAft>
                <a:spcPts val="0"/>
              </a:spcAft>
              <a:buClr>
                <a:srgbClr val="93A299"/>
              </a:buClr>
              <a:buSzPct val="100000"/>
              <a:buNone/>
            </a:pPr>
            <a:r>
              <a:rPr lang="fr-FR" sz="2300">
                <a:solidFill>
                  <a:srgbClr val="292934"/>
                </a:solidFill>
              </a:rPr>
              <a:t>Radio ASP</a:t>
            </a:r>
            <a:endParaRPr/>
          </a:p>
          <a:p>
            <a:pPr indent="0" lvl="1" marL="265176" rtl="0" algn="l">
              <a:lnSpc>
                <a:spcPct val="115000"/>
              </a:lnSpc>
              <a:spcBef>
                <a:spcPts val="600"/>
              </a:spcBef>
              <a:spcAft>
                <a:spcPts val="0"/>
              </a:spcAft>
              <a:buClr>
                <a:srgbClr val="93A299"/>
              </a:buClr>
              <a:buSzPct val="100000"/>
              <a:buNone/>
            </a:pPr>
            <a:r>
              <a:rPr lang="fr-FR" sz="2300">
                <a:solidFill>
                  <a:srgbClr val="292934"/>
                </a:solidFill>
              </a:rPr>
              <a:t>+/- Mise en place antibiothérapie</a:t>
            </a:r>
            <a:endParaRPr/>
          </a:p>
          <a:p>
            <a:pPr indent="0" lvl="0" marL="0" rtl="0" algn="ctr">
              <a:lnSpc>
                <a:spcPct val="115000"/>
              </a:lnSpc>
              <a:spcBef>
                <a:spcPts val="1600"/>
              </a:spcBef>
              <a:spcAft>
                <a:spcPts val="0"/>
              </a:spcAft>
              <a:buClr>
                <a:srgbClr val="93A299"/>
              </a:buClr>
              <a:buSzPct val="100000"/>
              <a:buNone/>
            </a:pPr>
            <a:r>
              <a:rPr b="1" lang="fr-FR" sz="2300">
                <a:solidFill>
                  <a:srgbClr val="FF0000"/>
                </a:solidFill>
              </a:rPr>
              <a:t>🡺 urgence 🡺 nécrose intestinale</a:t>
            </a:r>
            <a:endParaRPr/>
          </a:p>
          <a:p>
            <a:pPr indent="-32702" lvl="0" marL="91440" rtl="0" algn="l">
              <a:lnSpc>
                <a:spcPct val="90000"/>
              </a:lnSpc>
              <a:spcBef>
                <a:spcPts val="1400"/>
              </a:spcBef>
              <a:spcAft>
                <a:spcPts val="0"/>
              </a:spcAft>
              <a:buClr>
                <a:srgbClr val="93A299"/>
              </a:buClr>
              <a:buSzPct val="100000"/>
              <a:buNone/>
            </a:pPr>
            <a:r>
              <a:t/>
            </a:r>
            <a:endParaRPr sz="1000">
              <a:solidFill>
                <a:srgbClr val="292934"/>
              </a:solidFill>
            </a:endParaRPr>
          </a:p>
          <a:p>
            <a:pPr indent="0" lvl="0" marL="91440" rtl="0" algn="l">
              <a:lnSpc>
                <a:spcPct val="90000"/>
              </a:lnSpc>
              <a:spcBef>
                <a:spcPts val="1400"/>
              </a:spcBef>
              <a:spcAft>
                <a:spcPts val="0"/>
              </a:spcAft>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20"/>
          <p:cNvSpPr txBox="1"/>
          <p:nvPr>
            <p:ph type="title"/>
          </p:nvPr>
        </p:nvSpPr>
        <p:spPr>
          <a:xfrm>
            <a:off x="947932" y="260648"/>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POSE D’UNE SONDE GASTRIQUE  </a:t>
            </a:r>
            <a:endParaRPr/>
          </a:p>
        </p:txBody>
      </p:sp>
      <p:pic>
        <p:nvPicPr>
          <p:cNvPr id="1105" name="Google Shape;1105;p20"/>
          <p:cNvPicPr preferRelativeResize="0"/>
          <p:nvPr>
            <p:ph idx="1" type="body"/>
          </p:nvPr>
        </p:nvPicPr>
        <p:blipFill rotWithShape="1">
          <a:blip r:embed="rId3">
            <a:alphaModFix/>
          </a:blip>
          <a:srcRect b="0" l="0" r="0" t="0"/>
          <a:stretch/>
        </p:blipFill>
        <p:spPr>
          <a:xfrm>
            <a:off x="1127448" y="2084832"/>
            <a:ext cx="9361040" cy="458452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1"/>
          <p:cNvSpPr txBox="1"/>
          <p:nvPr>
            <p:ph type="title"/>
          </p:nvPr>
        </p:nvSpPr>
        <p:spPr>
          <a:xfrm>
            <a:off x="1343472" y="548680"/>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D2533C"/>
              </a:buClr>
              <a:buSzPts val="4000"/>
              <a:buFont typeface="Twentieth Century"/>
              <a:buNone/>
            </a:pPr>
            <a:r>
              <a:rPr lang="fr-FR" sz="4000">
                <a:solidFill>
                  <a:srgbClr val="D2533C"/>
                </a:solidFill>
              </a:rPr>
              <a:t>SURVEILLANCE DE LA GLYCÉMIE</a:t>
            </a:r>
            <a:endParaRPr sz="5400"/>
          </a:p>
        </p:txBody>
      </p:sp>
      <p:sp>
        <p:nvSpPr>
          <p:cNvPr id="1111" name="Google Shape;1111;p21"/>
          <p:cNvSpPr txBox="1"/>
          <p:nvPr>
            <p:ph idx="1" type="body"/>
          </p:nvPr>
        </p:nvSpPr>
        <p:spPr>
          <a:xfrm>
            <a:off x="1991544" y="2348880"/>
            <a:ext cx="9793088" cy="4392488"/>
          </a:xfrm>
          <a:prstGeom prst="rect">
            <a:avLst/>
          </a:prstGeom>
          <a:noFill/>
          <a:ln>
            <a:noFill/>
          </a:ln>
        </p:spPr>
        <p:txBody>
          <a:bodyPr anchorCtr="0" anchor="t" bIns="45700" lIns="45700" spcFirstLastPara="1" rIns="45700" wrap="square" tIns="45700">
            <a:noAutofit/>
          </a:bodyPr>
          <a:lstStyle/>
          <a:p>
            <a:pPr indent="0" lvl="0" marL="0" rtl="0" algn="l">
              <a:lnSpc>
                <a:spcPct val="115000"/>
              </a:lnSpc>
              <a:spcBef>
                <a:spcPts val="0"/>
              </a:spcBef>
              <a:spcAft>
                <a:spcPts val="0"/>
              </a:spcAft>
              <a:buSzPts val="3600"/>
              <a:buNone/>
            </a:pPr>
            <a:r>
              <a:rPr b="1" lang="fr-FR" sz="3600" u="sng"/>
              <a:t>Hypoglycémie :</a:t>
            </a:r>
            <a:endParaRPr sz="3600"/>
          </a:p>
          <a:p>
            <a:pPr indent="-152400" lvl="0" marL="91440" rtl="0" algn="l">
              <a:lnSpc>
                <a:spcPct val="115000"/>
              </a:lnSpc>
              <a:spcBef>
                <a:spcPts val="1200"/>
              </a:spcBef>
              <a:spcAft>
                <a:spcPts val="0"/>
              </a:spcAft>
              <a:buSzPts val="2400"/>
              <a:buChar char=" "/>
            </a:pPr>
            <a:r>
              <a:rPr lang="fr-FR" sz="2400"/>
              <a:t>&lt; 2.2mmol/L</a:t>
            </a:r>
            <a:endParaRPr/>
          </a:p>
          <a:p>
            <a:pPr indent="-152400" lvl="0" marL="91440" rtl="0" algn="l">
              <a:lnSpc>
                <a:spcPct val="115000"/>
              </a:lnSpc>
              <a:spcBef>
                <a:spcPts val="1200"/>
              </a:spcBef>
              <a:spcAft>
                <a:spcPts val="0"/>
              </a:spcAft>
              <a:buSzPts val="2400"/>
              <a:buChar char=" "/>
            </a:pPr>
            <a:r>
              <a:rPr lang="fr-FR" sz="2400"/>
              <a:t>Peut engendrer des séquelles cérébrales </a:t>
            </a:r>
            <a:endParaRPr/>
          </a:p>
          <a:p>
            <a:pPr indent="-152400" lvl="0" marL="91440" rtl="0" algn="l">
              <a:lnSpc>
                <a:spcPct val="115000"/>
              </a:lnSpc>
              <a:spcBef>
                <a:spcPts val="1200"/>
              </a:spcBef>
              <a:spcAft>
                <a:spcPts val="0"/>
              </a:spcAft>
              <a:buSzPts val="2400"/>
              <a:buChar char=" "/>
            </a:pPr>
            <a:r>
              <a:rPr lang="fr-FR" sz="2400"/>
              <a:t>Actions : perfusion adapté, glycémie capillaire toute les 6h</a:t>
            </a:r>
            <a:endParaRPr/>
          </a:p>
          <a:p>
            <a:pPr indent="0" lvl="0" marL="91440" rtl="0" algn="l">
              <a:lnSpc>
                <a:spcPct val="90000"/>
              </a:lnSpc>
              <a:spcBef>
                <a:spcPts val="1200"/>
              </a:spcBef>
              <a:spcAft>
                <a:spcPts val="0"/>
              </a:spcAft>
              <a:buSzPts val="2400"/>
              <a:buNone/>
            </a:pPr>
            <a:r>
              <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22"/>
          <p:cNvSpPr txBox="1"/>
          <p:nvPr>
            <p:ph idx="1" type="body"/>
          </p:nvPr>
        </p:nvSpPr>
        <p:spPr>
          <a:xfrm>
            <a:off x="767408" y="1196752"/>
            <a:ext cx="10873208" cy="5112608"/>
          </a:xfrm>
          <a:prstGeom prst="rect">
            <a:avLst/>
          </a:prstGeom>
          <a:noFill/>
          <a:ln>
            <a:noFill/>
          </a:ln>
        </p:spPr>
        <p:txBody>
          <a:bodyPr anchorCtr="0" anchor="t" bIns="45700" lIns="45700" spcFirstLastPara="1" rIns="45700" wrap="square" tIns="45700">
            <a:normAutofit fontScale="85000" lnSpcReduction="20000"/>
          </a:bodyPr>
          <a:lstStyle/>
          <a:p>
            <a:pPr indent="0" lvl="0" marL="0" rtl="0" algn="l">
              <a:lnSpc>
                <a:spcPct val="115000"/>
              </a:lnSpc>
              <a:spcBef>
                <a:spcPts val="0"/>
              </a:spcBef>
              <a:spcAft>
                <a:spcPts val="0"/>
              </a:spcAft>
              <a:buSzPct val="100000"/>
              <a:buNone/>
            </a:pPr>
            <a:r>
              <a:rPr b="1" lang="fr-FR" sz="4400" u="sng"/>
              <a:t>Hyperglycémie</a:t>
            </a:r>
            <a:endParaRPr sz="4400"/>
          </a:p>
          <a:p>
            <a:pPr indent="-129540" lvl="0" marL="91440" rtl="0" algn="l">
              <a:lnSpc>
                <a:spcPct val="115000"/>
              </a:lnSpc>
              <a:spcBef>
                <a:spcPts val="1200"/>
              </a:spcBef>
              <a:spcAft>
                <a:spcPts val="0"/>
              </a:spcAft>
              <a:buSzPct val="100000"/>
              <a:buChar char=" "/>
            </a:pPr>
            <a:r>
              <a:rPr lang="fr-FR" sz="2400"/>
              <a:t>Trouble chez les grands prématurés du à une anomalie fonctionnelle du pancréas immature. Hyperglycémie : &gt;16.7mmol/L</a:t>
            </a:r>
            <a:endParaRPr/>
          </a:p>
          <a:p>
            <a:pPr indent="-129540" lvl="0" marL="91440" rtl="0" algn="l">
              <a:lnSpc>
                <a:spcPct val="115000"/>
              </a:lnSpc>
              <a:spcBef>
                <a:spcPts val="1200"/>
              </a:spcBef>
              <a:spcAft>
                <a:spcPts val="0"/>
              </a:spcAft>
              <a:buSzPct val="100000"/>
              <a:buChar char=" "/>
            </a:pPr>
            <a:r>
              <a:rPr b="1" lang="fr-FR" sz="2400" u="sng"/>
              <a:t>Actions :</a:t>
            </a:r>
            <a:endParaRPr/>
          </a:p>
          <a:p>
            <a:pPr indent="-342900" lvl="0" marL="342900" rtl="0" algn="l">
              <a:lnSpc>
                <a:spcPct val="115000"/>
              </a:lnSpc>
              <a:spcBef>
                <a:spcPts val="1200"/>
              </a:spcBef>
              <a:spcAft>
                <a:spcPts val="0"/>
              </a:spcAft>
              <a:buSzPct val="100000"/>
              <a:buFont typeface="Noto Sans Symbols"/>
              <a:buChar char="∙"/>
            </a:pPr>
            <a:r>
              <a:rPr lang="fr-FR" sz="2400"/>
              <a:t>Diminution du glucose dans la perfusion</a:t>
            </a:r>
            <a:endParaRPr/>
          </a:p>
          <a:p>
            <a:pPr indent="-342900" lvl="0" marL="342900" rtl="0" algn="l">
              <a:lnSpc>
                <a:spcPct val="115000"/>
              </a:lnSpc>
              <a:spcBef>
                <a:spcPts val="1200"/>
              </a:spcBef>
              <a:spcAft>
                <a:spcPts val="0"/>
              </a:spcAft>
              <a:buSzPct val="100000"/>
              <a:buFont typeface="Noto Sans Symbols"/>
              <a:buChar char="∙"/>
            </a:pPr>
            <a:r>
              <a:rPr lang="fr-FR" sz="2400"/>
              <a:t>Insuline jusqu’à ce que le pancréas soit capable de reprendre son rôle</a:t>
            </a:r>
            <a:endParaRPr/>
          </a:p>
          <a:p>
            <a:pPr indent="-129540" lvl="0" marL="91440" rtl="0" algn="l">
              <a:lnSpc>
                <a:spcPct val="115000"/>
              </a:lnSpc>
              <a:spcBef>
                <a:spcPts val="1200"/>
              </a:spcBef>
              <a:spcAft>
                <a:spcPts val="0"/>
              </a:spcAft>
              <a:buSzPct val="100000"/>
              <a:buChar char=" "/>
            </a:pPr>
            <a:r>
              <a:rPr b="1" lang="fr-FR" sz="2400" u="sng"/>
              <a:t>Surveillance IDE :</a:t>
            </a:r>
            <a:endParaRPr/>
          </a:p>
          <a:p>
            <a:pPr indent="-342900" lvl="0" marL="342900" rtl="0" algn="l">
              <a:lnSpc>
                <a:spcPct val="115000"/>
              </a:lnSpc>
              <a:spcBef>
                <a:spcPts val="1200"/>
              </a:spcBef>
              <a:spcAft>
                <a:spcPts val="0"/>
              </a:spcAft>
              <a:buSzPct val="100000"/>
              <a:buFont typeface="Noto Sans Symbols"/>
              <a:buChar char="∙"/>
            </a:pPr>
            <a:r>
              <a:rPr lang="fr-FR" sz="2400"/>
              <a:t>Insuline doit passer seul sur VVP ou KT double ou en, Y sur KTC</a:t>
            </a:r>
            <a:endParaRPr/>
          </a:p>
          <a:p>
            <a:pPr indent="-342900" lvl="0" marL="342900" rtl="0" algn="l">
              <a:lnSpc>
                <a:spcPct val="115000"/>
              </a:lnSpc>
              <a:spcBef>
                <a:spcPts val="1200"/>
              </a:spcBef>
              <a:spcAft>
                <a:spcPts val="0"/>
              </a:spcAft>
              <a:buSzPct val="100000"/>
              <a:buFont typeface="Noto Sans Symbols"/>
              <a:buChar char="∙"/>
            </a:pPr>
            <a:r>
              <a:rPr lang="fr-FR" sz="2400"/>
              <a:t>Glycémie capillaire toute les 4h </a:t>
            </a:r>
            <a:endParaRPr/>
          </a:p>
          <a:p>
            <a:pPr indent="-342900" lvl="0" marL="342900" rtl="0" algn="l">
              <a:lnSpc>
                <a:spcPct val="115000"/>
              </a:lnSpc>
              <a:spcBef>
                <a:spcPts val="1200"/>
              </a:spcBef>
              <a:spcAft>
                <a:spcPts val="0"/>
              </a:spcAft>
              <a:buSzPct val="100000"/>
              <a:buFont typeface="Noto Sans Symbols"/>
              <a:buChar char="∙"/>
            </a:pPr>
            <a:r>
              <a:rPr lang="fr-FR" sz="2400"/>
              <a:t>Surveillance urine et poids</a:t>
            </a:r>
            <a:endParaRPr/>
          </a:p>
          <a:p>
            <a:pPr indent="-342900" lvl="0" marL="342900" rtl="0" algn="l">
              <a:lnSpc>
                <a:spcPct val="115000"/>
              </a:lnSpc>
              <a:spcBef>
                <a:spcPts val="1200"/>
              </a:spcBef>
              <a:spcAft>
                <a:spcPts val="0"/>
              </a:spcAft>
              <a:buSzPct val="100000"/>
              <a:buFont typeface="Noto Sans Symbols"/>
              <a:buChar char="∙"/>
            </a:pPr>
            <a:r>
              <a:rPr lang="fr-FR" sz="2400"/>
              <a:t>Réajusté la perfusion toute les 6h si besoin sur PM</a:t>
            </a:r>
            <a:endParaRPr/>
          </a:p>
          <a:p>
            <a:pPr indent="0" lvl="0" marL="91440" rtl="0" algn="l">
              <a:lnSpc>
                <a:spcPct val="90000"/>
              </a:lnSpc>
              <a:spcBef>
                <a:spcPts val="1200"/>
              </a:spcBef>
              <a:spcAft>
                <a:spcPts val="0"/>
              </a:spcAft>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23"/>
          <p:cNvSpPr txBox="1"/>
          <p:nvPr>
            <p:ph type="title"/>
          </p:nvPr>
        </p:nvSpPr>
        <p:spPr>
          <a:xfrm>
            <a:off x="1024128" y="166787"/>
            <a:ext cx="9720072" cy="957957"/>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0000"/>
              </a:buClr>
              <a:buSzPts val="3600"/>
              <a:buFont typeface="Twentieth Century"/>
              <a:buNone/>
            </a:pPr>
            <a:r>
              <a:rPr lang="fr-FR" sz="3600">
                <a:solidFill>
                  <a:srgbClr val="FF0000"/>
                </a:solidFill>
              </a:rPr>
              <a:t>SURVEILLANCE DE L’ICTÈRE</a:t>
            </a:r>
            <a:endParaRPr>
              <a:solidFill>
                <a:srgbClr val="FF0000"/>
              </a:solidFill>
            </a:endParaRPr>
          </a:p>
        </p:txBody>
      </p:sp>
      <p:sp>
        <p:nvSpPr>
          <p:cNvPr id="1122" name="Google Shape;1122;p23"/>
          <p:cNvSpPr txBox="1"/>
          <p:nvPr>
            <p:ph idx="1" type="body"/>
          </p:nvPr>
        </p:nvSpPr>
        <p:spPr>
          <a:xfrm>
            <a:off x="767408" y="1124744"/>
            <a:ext cx="11233248" cy="5616624"/>
          </a:xfrm>
          <a:prstGeom prst="rect">
            <a:avLst/>
          </a:prstGeom>
          <a:noFill/>
          <a:ln>
            <a:noFill/>
          </a:ln>
        </p:spPr>
        <p:txBody>
          <a:bodyPr anchorCtr="0" anchor="t" bIns="45700" lIns="45700" spcFirstLastPara="1" rIns="45700" wrap="square" tIns="45700">
            <a:noAutofit/>
          </a:bodyPr>
          <a:lstStyle/>
          <a:p>
            <a:pPr indent="-114300" lvl="0" marL="91440" rtl="0" algn="l">
              <a:lnSpc>
                <a:spcPct val="115000"/>
              </a:lnSpc>
              <a:spcBef>
                <a:spcPts val="0"/>
              </a:spcBef>
              <a:spcAft>
                <a:spcPts val="0"/>
              </a:spcAft>
              <a:buSzPts val="1800"/>
              <a:buChar char=" "/>
            </a:pPr>
            <a:r>
              <a:rPr b="1" lang="fr-FR" sz="1800" u="sng"/>
              <a:t>Surveillance  :</a:t>
            </a:r>
            <a:endParaRPr sz="1800"/>
          </a:p>
          <a:p>
            <a:pPr indent="-342900" lvl="0" marL="342900" rtl="0" algn="l">
              <a:lnSpc>
                <a:spcPct val="115000"/>
              </a:lnSpc>
              <a:spcBef>
                <a:spcPts val="1200"/>
              </a:spcBef>
              <a:spcAft>
                <a:spcPts val="0"/>
              </a:spcAft>
              <a:buSzPts val="1800"/>
              <a:buFont typeface="Noto Sans Symbols"/>
              <a:buChar char="∙"/>
            </a:pPr>
            <a:r>
              <a:rPr lang="fr-FR" sz="1800"/>
              <a:t>Coloration jaunatre de la peau et des muqueuses avec hyperbilirubinémie.</a:t>
            </a:r>
            <a:endParaRPr sz="1800"/>
          </a:p>
          <a:p>
            <a:pPr indent="-342900" lvl="0" marL="342900" rtl="0" algn="l">
              <a:lnSpc>
                <a:spcPct val="115000"/>
              </a:lnSpc>
              <a:spcBef>
                <a:spcPts val="1200"/>
              </a:spcBef>
              <a:spcAft>
                <a:spcPts val="0"/>
              </a:spcAft>
              <a:buSzPts val="1800"/>
              <a:buFont typeface="Noto Sans Symbols"/>
              <a:buChar char="∙"/>
            </a:pPr>
            <a:r>
              <a:rPr lang="fr-FR" sz="1800"/>
              <a:t>Ttt : photothérapie,</a:t>
            </a:r>
            <a:endParaRPr/>
          </a:p>
          <a:p>
            <a:pPr indent="-342900" lvl="0" marL="342900" rtl="0" algn="l">
              <a:lnSpc>
                <a:spcPct val="115000"/>
              </a:lnSpc>
              <a:spcBef>
                <a:spcPts val="1200"/>
              </a:spcBef>
              <a:spcAft>
                <a:spcPts val="0"/>
              </a:spcAft>
              <a:buSzPts val="1800"/>
              <a:buFont typeface="Noto Sans Symbols"/>
              <a:buChar char="∙"/>
            </a:pPr>
            <a:r>
              <a:rPr lang="fr-FR" sz="1800"/>
              <a:t>But : diminution bilirubine par exposition de la peau à la lumière fluorescente. Elle décompose la bilirubine par oxydation</a:t>
            </a:r>
            <a:endParaRPr/>
          </a:p>
          <a:p>
            <a:pPr indent="-342900" lvl="0" marL="342900" rtl="0" algn="l">
              <a:lnSpc>
                <a:spcPct val="115000"/>
              </a:lnSpc>
              <a:spcBef>
                <a:spcPts val="1200"/>
              </a:spcBef>
              <a:spcAft>
                <a:spcPts val="0"/>
              </a:spcAft>
              <a:buSzPts val="1800"/>
              <a:buFont typeface="Noto Sans Symbols"/>
              <a:buChar char="∙"/>
            </a:pPr>
            <a:r>
              <a:rPr b="1" lang="fr-FR" sz="1800" u="sng"/>
              <a:t>Surveillance :</a:t>
            </a:r>
            <a:endParaRPr/>
          </a:p>
          <a:p>
            <a:pPr indent="-285750" lvl="1" marL="742950" rtl="0" algn="l">
              <a:lnSpc>
                <a:spcPct val="115000"/>
              </a:lnSpc>
              <a:spcBef>
                <a:spcPts val="200"/>
              </a:spcBef>
              <a:spcAft>
                <a:spcPts val="0"/>
              </a:spcAft>
              <a:buSzPts val="1600"/>
              <a:buFont typeface="Courier New"/>
              <a:buChar char="o"/>
            </a:pPr>
            <a:r>
              <a:rPr lang="fr-FR" sz="1600"/>
              <a:t>Protéger  les  yeux</a:t>
            </a:r>
            <a:endParaRPr/>
          </a:p>
          <a:p>
            <a:pPr indent="-285750" lvl="1" marL="742950" rtl="0" algn="l">
              <a:lnSpc>
                <a:spcPct val="115000"/>
              </a:lnSpc>
              <a:spcBef>
                <a:spcPts val="200"/>
              </a:spcBef>
              <a:spcAft>
                <a:spcPts val="0"/>
              </a:spcAft>
              <a:buSzPts val="1600"/>
              <a:buFont typeface="Courier New"/>
              <a:buChar char="o"/>
            </a:pPr>
            <a:r>
              <a:rPr lang="fr-FR" sz="1600"/>
              <a:t>Protéger  les organes génitaux du garçon</a:t>
            </a:r>
            <a:endParaRPr/>
          </a:p>
          <a:p>
            <a:pPr indent="-285750" lvl="1" marL="742950" rtl="0" algn="l">
              <a:lnSpc>
                <a:spcPct val="115000"/>
              </a:lnSpc>
              <a:spcBef>
                <a:spcPts val="200"/>
              </a:spcBef>
              <a:spcAft>
                <a:spcPts val="0"/>
              </a:spcAft>
              <a:buSzPts val="1600"/>
              <a:buFont typeface="Courier New"/>
              <a:buChar char="o"/>
            </a:pPr>
            <a:r>
              <a:rPr lang="fr-FR" sz="1600"/>
              <a:t>Température</a:t>
            </a:r>
            <a:endParaRPr/>
          </a:p>
          <a:p>
            <a:pPr indent="-285750" lvl="1" marL="742950" rtl="0" algn="l">
              <a:lnSpc>
                <a:spcPct val="115000"/>
              </a:lnSpc>
              <a:spcBef>
                <a:spcPts val="200"/>
              </a:spcBef>
              <a:spcAft>
                <a:spcPts val="0"/>
              </a:spcAft>
              <a:buSzPts val="1600"/>
              <a:buFont typeface="Courier New"/>
              <a:buChar char="o"/>
            </a:pPr>
            <a:r>
              <a:rPr lang="fr-FR" sz="1600"/>
              <a:t>Déshydratation</a:t>
            </a:r>
            <a:endParaRPr/>
          </a:p>
          <a:p>
            <a:pPr indent="-285750" lvl="1" marL="742950" rtl="0" algn="l">
              <a:lnSpc>
                <a:spcPct val="115000"/>
              </a:lnSpc>
              <a:spcBef>
                <a:spcPts val="200"/>
              </a:spcBef>
              <a:spcAft>
                <a:spcPts val="0"/>
              </a:spcAft>
              <a:buSzPts val="1600"/>
              <a:buFont typeface="Courier New"/>
              <a:buChar char="o"/>
            </a:pPr>
            <a:r>
              <a:rPr lang="fr-FR" sz="1600"/>
              <a:t>Evolution ictère</a:t>
            </a:r>
            <a:endParaRPr/>
          </a:p>
          <a:p>
            <a:pPr indent="-342900" lvl="0" marL="342900" rtl="0" algn="l">
              <a:lnSpc>
                <a:spcPct val="115000"/>
              </a:lnSpc>
              <a:spcBef>
                <a:spcPts val="1200"/>
              </a:spcBef>
              <a:spcAft>
                <a:spcPts val="0"/>
              </a:spcAft>
              <a:buSzPts val="1800"/>
              <a:buFont typeface="Noto Sans Symbols"/>
              <a:buChar char="∙"/>
            </a:pPr>
            <a:r>
              <a:rPr b="1" lang="fr-FR" sz="1800" u="sng"/>
              <a:t>Surveillance IDE :</a:t>
            </a:r>
            <a:endParaRPr/>
          </a:p>
          <a:p>
            <a:pPr indent="-285750" lvl="1" marL="742950" rtl="0" algn="l">
              <a:lnSpc>
                <a:spcPct val="115000"/>
              </a:lnSpc>
              <a:spcBef>
                <a:spcPts val="200"/>
              </a:spcBef>
              <a:spcAft>
                <a:spcPts val="0"/>
              </a:spcAft>
              <a:buSzPts val="1600"/>
              <a:buFont typeface="Courier New"/>
              <a:buChar char="o"/>
            </a:pPr>
            <a:r>
              <a:rPr lang="fr-FR" sz="1600"/>
              <a:t>Coloration faciès, tégument, muqueuse, liquide biologique</a:t>
            </a:r>
            <a:endParaRPr/>
          </a:p>
          <a:p>
            <a:pPr indent="-285750" lvl="1" marL="742950" rtl="0" algn="l">
              <a:lnSpc>
                <a:spcPct val="115000"/>
              </a:lnSpc>
              <a:spcBef>
                <a:spcPts val="200"/>
              </a:spcBef>
              <a:spcAft>
                <a:spcPts val="0"/>
              </a:spcAft>
              <a:buSzPts val="1600"/>
              <a:buFont typeface="Courier New"/>
              <a:buChar char="o"/>
            </a:pPr>
            <a:r>
              <a:rPr lang="fr-FR" sz="1600"/>
              <a:t>Flash  (bilirubinomètre transcutané)</a:t>
            </a:r>
            <a:endParaRPr/>
          </a:p>
          <a:p>
            <a:pPr indent="-285750" lvl="1" marL="742950" rtl="0" algn="l">
              <a:lnSpc>
                <a:spcPct val="115000"/>
              </a:lnSpc>
              <a:spcBef>
                <a:spcPts val="200"/>
              </a:spcBef>
              <a:spcAft>
                <a:spcPts val="0"/>
              </a:spcAft>
              <a:buSzPts val="1600"/>
              <a:buFont typeface="Courier New"/>
              <a:buChar char="o"/>
            </a:pPr>
            <a:r>
              <a:rPr lang="fr-FR" sz="1600"/>
              <a:t>Taux bilirubine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24"/>
          <p:cNvSpPr txBox="1"/>
          <p:nvPr>
            <p:ph type="title"/>
          </p:nvPr>
        </p:nvSpPr>
        <p:spPr>
          <a:xfrm>
            <a:off x="1024128" y="332656"/>
            <a:ext cx="10040424" cy="172819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0000"/>
              </a:lnSpc>
              <a:spcBef>
                <a:spcPts val="0"/>
              </a:spcBef>
              <a:spcAft>
                <a:spcPts val="0"/>
              </a:spcAft>
              <a:buClr>
                <a:srgbClr val="0C0C0C"/>
              </a:buClr>
              <a:buSzPct val="100000"/>
              <a:buFont typeface="Twentieth Century"/>
              <a:buNone/>
            </a:pPr>
            <a:r>
              <a:rPr lang="fr-FR"/>
              <a:t>SURVEILLANCE PENDANT LA TRANSFUSION</a:t>
            </a:r>
            <a:br>
              <a:rPr lang="fr-FR"/>
            </a:br>
            <a:r>
              <a:rPr lang="fr-FR">
                <a:solidFill>
                  <a:srgbClr val="00B050"/>
                </a:solidFill>
                <a:latin typeface="Aharoni"/>
                <a:ea typeface="Aharoni"/>
                <a:cs typeface="Aharoni"/>
                <a:sym typeface="Aharoni"/>
              </a:rPr>
              <a:t>TEST ULTIME AU LIT DU MALADE +++</a:t>
            </a:r>
            <a:endParaRPr/>
          </a:p>
        </p:txBody>
      </p:sp>
      <p:pic>
        <p:nvPicPr>
          <p:cNvPr id="1128" name="Google Shape;1128;p24"/>
          <p:cNvPicPr preferRelativeResize="0"/>
          <p:nvPr>
            <p:ph idx="1" type="body"/>
          </p:nvPr>
        </p:nvPicPr>
        <p:blipFill rotWithShape="1">
          <a:blip r:embed="rId3">
            <a:alphaModFix/>
          </a:blip>
          <a:srcRect b="0" l="0" r="0" t="0"/>
          <a:stretch/>
        </p:blipFill>
        <p:spPr>
          <a:xfrm>
            <a:off x="695400" y="2204864"/>
            <a:ext cx="10873208" cy="453650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25"/>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fr-FR"/>
              <a:t>Le Nouveau-Né dort « à l’envers » :</a:t>
            </a:r>
            <a:endParaRPr/>
          </a:p>
          <a:p>
            <a:pPr indent="0" lvl="0" marL="0" rtl="0" algn="l">
              <a:lnSpc>
                <a:spcPct val="90000"/>
              </a:lnSpc>
              <a:spcBef>
                <a:spcPts val="1400"/>
              </a:spcBef>
              <a:spcAft>
                <a:spcPts val="0"/>
              </a:spcAft>
              <a:buSzPts val="2200"/>
              <a:buNone/>
            </a:pPr>
            <a:r>
              <a:rPr lang="fr-FR"/>
              <a:t> Il s’endort en sommeil agité donc avec des des mimiques et des mouvements.</a:t>
            </a:r>
            <a:endParaRPr/>
          </a:p>
          <a:p>
            <a:pPr indent="-139700" lvl="0" marL="91440" rtl="0" algn="l">
              <a:lnSpc>
                <a:spcPct val="90000"/>
              </a:lnSpc>
              <a:spcBef>
                <a:spcPts val="1400"/>
              </a:spcBef>
              <a:spcAft>
                <a:spcPts val="0"/>
              </a:spcAft>
              <a:buSzPts val="2200"/>
              <a:buChar char=" "/>
            </a:pPr>
            <a:r>
              <a:rPr lang="fr-FR"/>
              <a:t>ce rêve dure 50 à 60 % du temps du sommeil</a:t>
            </a:r>
            <a:endParaRPr/>
          </a:p>
          <a:p>
            <a:pPr indent="-139700" lvl="0" marL="91440" rtl="0" algn="l">
              <a:lnSpc>
                <a:spcPct val="90000"/>
              </a:lnSpc>
              <a:spcBef>
                <a:spcPts val="1400"/>
              </a:spcBef>
              <a:spcAft>
                <a:spcPts val="0"/>
              </a:spcAft>
              <a:buSzPts val="2200"/>
              <a:buChar char=" "/>
            </a:pPr>
            <a:r>
              <a:rPr lang="fr-FR"/>
              <a:t>les cycles sont courts : 45 à 60 min</a:t>
            </a:r>
            <a:endParaRPr/>
          </a:p>
          <a:p>
            <a:pPr indent="-139700" lvl="0" marL="91440" rtl="0" algn="l">
              <a:lnSpc>
                <a:spcPct val="90000"/>
              </a:lnSpc>
              <a:spcBef>
                <a:spcPts val="1400"/>
              </a:spcBef>
              <a:spcAft>
                <a:spcPts val="0"/>
              </a:spcAft>
              <a:buSzPts val="2200"/>
              <a:buChar char=" "/>
            </a:pPr>
            <a:r>
              <a:rPr lang="fr-FR"/>
              <a:t>le sommeil lent reste léger</a:t>
            </a:r>
            <a:endParaRPr/>
          </a:p>
          <a:p>
            <a:pPr indent="-139700" lvl="0" marL="91440" rtl="0" algn="l">
              <a:lnSpc>
                <a:spcPct val="90000"/>
              </a:lnSpc>
              <a:spcBef>
                <a:spcPts val="1400"/>
              </a:spcBef>
              <a:spcAft>
                <a:spcPts val="0"/>
              </a:spcAft>
              <a:buSzPts val="2200"/>
              <a:buChar char=" "/>
            </a:pPr>
            <a:r>
              <a:rPr lang="fr-FR"/>
              <a:t>le sommeil est donc fragile.</a:t>
            </a:r>
            <a:endParaRPr/>
          </a:p>
          <a:p>
            <a:pPr indent="-139700" lvl="0" marL="91440" rtl="0" algn="l">
              <a:lnSpc>
                <a:spcPct val="90000"/>
              </a:lnSpc>
              <a:spcBef>
                <a:spcPts val="1400"/>
              </a:spcBef>
              <a:spcAft>
                <a:spcPts val="0"/>
              </a:spcAft>
              <a:buSzPts val="2200"/>
              <a:buChar char=" "/>
            </a:pPr>
            <a:r>
              <a:rPr lang="fr-FR"/>
              <a:t>respect du cycle éveil / sommeil pendant les soins</a:t>
            </a:r>
            <a:endParaRPr/>
          </a:p>
        </p:txBody>
      </p:sp>
      <p:pic>
        <p:nvPicPr>
          <p:cNvPr id="1134" name="Google Shape;1134;p25"/>
          <p:cNvPicPr preferRelativeResize="0"/>
          <p:nvPr/>
        </p:nvPicPr>
        <p:blipFill rotWithShape="1">
          <a:blip r:embed="rId3">
            <a:alphaModFix/>
          </a:blip>
          <a:srcRect b="0" l="0" r="0" t="0"/>
          <a:stretch/>
        </p:blipFill>
        <p:spPr>
          <a:xfrm>
            <a:off x="1995731" y="692696"/>
            <a:ext cx="7776864"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graphicFrame>
        <p:nvGraphicFramePr>
          <p:cNvPr id="1139" name="Google Shape;1139;p26"/>
          <p:cNvGraphicFramePr/>
          <p:nvPr/>
        </p:nvGraphicFramePr>
        <p:xfrm>
          <a:off x="911423" y="620689"/>
          <a:ext cx="3000000" cy="3000000"/>
        </p:xfrm>
        <a:graphic>
          <a:graphicData uri="http://schemas.openxmlformats.org/drawingml/2006/table">
            <a:tbl>
              <a:tblPr>
                <a:noFill/>
                <a:tableStyleId>{13762E0D-99D5-431A-8989-8A470E0781A8}</a:tableStyleId>
              </a:tblPr>
              <a:tblGrid>
                <a:gridCol w="769950"/>
                <a:gridCol w="8265850"/>
                <a:gridCol w="499775"/>
                <a:gridCol w="321600"/>
                <a:gridCol w="307825"/>
                <a:gridCol w="307825"/>
                <a:gridCol w="307825"/>
                <a:gridCol w="308550"/>
              </a:tblGrid>
              <a:tr h="488600">
                <a:tc>
                  <a:txBody>
                    <a:bodyPr/>
                    <a:lstStyle/>
                    <a:p>
                      <a:pPr indent="0" lvl="0" marL="0" marR="0" rtl="0" algn="ctr">
                        <a:spcBef>
                          <a:spcPts val="0"/>
                        </a:spcBef>
                        <a:spcAft>
                          <a:spcPts val="0"/>
                        </a:spcAft>
                        <a:buNone/>
                      </a:pPr>
                      <a:r>
                        <a:rPr b="1" lang="fr-FR" sz="700" u="none" cap="none" strike="noStrike">
                          <a:latin typeface="Times New Roman"/>
                          <a:ea typeface="Times New Roman"/>
                          <a:cs typeface="Times New Roman"/>
                          <a:sym typeface="Times New Roman"/>
                        </a:rPr>
                        <a:t>Item</a:t>
                      </a:r>
                      <a:endParaRPr b="1" sz="800" u="none" cap="none" strike="noStrike">
                        <a:latin typeface="Times New Roman"/>
                        <a:ea typeface="Times New Roman"/>
                        <a:cs typeface="Times New Roman"/>
                        <a:sym typeface="Times New Roman"/>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Proposition</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Score</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8425">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Visage</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Times New Roman"/>
                          <a:ea typeface="Times New Roman"/>
                          <a:cs typeface="Times New Roman"/>
                          <a:sym typeface="Times New Roman"/>
                        </a:rPr>
                        <a:t> </a:t>
                      </a:r>
                      <a:endParaRPr sz="800" u="none" cap="none" strike="noStrike">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Visage détendu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Grimaces passagères : froncement des sourcils, lèvres pincées, plissement du menton, tremblement du menton</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Grimaces fréquentes, marquées ou prolongées</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Crispation permanente ou visage prostré, figé ou visage violacé</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0</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1</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2</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3</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8425">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Corps</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Times New Roman"/>
                          <a:ea typeface="Times New Roman"/>
                          <a:cs typeface="Times New Roman"/>
                          <a:sym typeface="Times New Roman"/>
                        </a:rPr>
                        <a:t> </a:t>
                      </a:r>
                      <a:endParaRPr sz="800" u="none" cap="none" strike="noStrike">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Détendu</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Agitation transitoire, assez souvent calme</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Agitation fréquente mais retour au calme possible</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179705" lvl="0" marL="180975" marR="0" rtl="0" algn="l">
                        <a:spcBef>
                          <a:spcPts val="0"/>
                        </a:spcBef>
                        <a:spcAft>
                          <a:spcPts val="0"/>
                        </a:spcAft>
                        <a:buNone/>
                      </a:pPr>
                      <a:r>
                        <a:rPr lang="fr-FR" sz="700" u="none" cap="none" strike="noStrike">
                          <a:latin typeface="Open Sans"/>
                          <a:ea typeface="Open Sans"/>
                          <a:cs typeface="Open Sans"/>
                          <a:sym typeface="Open Sans"/>
                        </a:rPr>
                        <a:t>Agitation permanente : crispation des extrémités et raideur des membres ou motricité très pauvre et limitée avec corps figé</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0</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1</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2</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3</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8425">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Sommeil</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S’endort facilement, sommeil prolongé calme</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S’endort difficilement</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Se réveille spontanément en dehors des soins et fréquemment, sommeil agité</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Pas de sommeil</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0</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1</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2</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3</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56975">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Relation</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Sourire aux anges, sourire réponse, attentif à l’écoute</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Appréhension passagère au moment du contact</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Contact difficile, crie à la moindre stimulation</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Refuse le contact, aucune relation possible. Hurlement ou gémissement sans la moindre stimulation</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0</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1</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2</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3</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8425">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Réconfort</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342900" lvl="0" marL="342900" marR="0" rtl="0" algn="l">
                        <a:spcBef>
                          <a:spcPts val="0"/>
                        </a:spcBef>
                        <a:spcAft>
                          <a:spcPts val="0"/>
                        </a:spcAft>
                        <a:buClr>
                          <a:schemeClr val="dk1"/>
                        </a:buClr>
                        <a:buSzPts val="700"/>
                        <a:buFont typeface="Noto Sans Symbols"/>
                        <a:buChar char="∙"/>
                      </a:pPr>
                      <a:r>
                        <a:rPr lang="fr-FR" sz="700" u="none" cap="none" strike="noStrike">
                          <a:latin typeface="Open Sans"/>
                          <a:ea typeface="Open Sans"/>
                          <a:cs typeface="Open Sans"/>
                          <a:sym typeface="Open Sans"/>
                        </a:rPr>
                        <a:t>N’a pas besoin de réconfort</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Se calme rapidement lors des caresses au son de la voix ou à la succion </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Se calme difficilement</a:t>
                      </a:r>
                      <a:endParaRPr sz="900" u="none" cap="none" strike="noStrike">
                        <a:latin typeface="Open Sans"/>
                        <a:ea typeface="Open Sans"/>
                        <a:cs typeface="Open Sans"/>
                        <a:sym typeface="Open Sans"/>
                      </a:endParaRPr>
                    </a:p>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228600" lvl="0" marL="228600" marR="0" rtl="0" algn="l">
                        <a:spcBef>
                          <a:spcPts val="0"/>
                        </a:spcBef>
                        <a:spcAft>
                          <a:spcPts val="0"/>
                        </a:spcAft>
                        <a:buNone/>
                      </a:pPr>
                      <a:r>
                        <a:rPr lang="fr-FR" sz="700" u="none" cap="none" strike="noStrike">
                          <a:latin typeface="Open Sans"/>
                          <a:ea typeface="Open Sans"/>
                          <a:cs typeface="Open Sans"/>
                          <a:sym typeface="Open Sans"/>
                        </a:rPr>
                        <a:t>Inconsolable, succion désespérée</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0</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1</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2</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p>
                      <a:pPr indent="0" lvl="0" marL="0" marR="0" rtl="0" algn="ctr">
                        <a:spcBef>
                          <a:spcPts val="0"/>
                        </a:spcBef>
                        <a:spcAft>
                          <a:spcPts val="0"/>
                        </a:spcAft>
                        <a:buNone/>
                      </a:pPr>
                      <a:r>
                        <a:rPr b="1" lang="fr-FR" sz="700" u="none" cap="none" strike="noStrike">
                          <a:latin typeface="Open Sans"/>
                          <a:ea typeface="Open Sans"/>
                          <a:cs typeface="Open Sans"/>
                          <a:sym typeface="Open Sans"/>
                        </a:rPr>
                        <a:t>3</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69025">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TOTAL / 15</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fr-FR" sz="700" u="none" cap="none" strike="noStrike">
                          <a:latin typeface="Open Sans"/>
                          <a:ea typeface="Open Sans"/>
                          <a:cs typeface="Open Sans"/>
                          <a:sym typeface="Open Sans"/>
                        </a:rPr>
                        <a:t> </a:t>
                      </a:r>
                      <a:endParaRPr sz="900" u="none" cap="none" strike="noStrike">
                        <a:latin typeface="Open Sans"/>
                        <a:ea typeface="Open Sans"/>
                        <a:cs typeface="Open Sans"/>
                        <a:sym typeface="Open Sans"/>
                      </a:endParaRPr>
                    </a:p>
                  </a:txBody>
                  <a:tcPr marT="0" marB="0" marR="36475" marL="36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27"/>
          <p:cNvSpPr txBox="1"/>
          <p:nvPr>
            <p:ph type="title"/>
          </p:nvPr>
        </p:nvSpPr>
        <p:spPr>
          <a:xfrm>
            <a:off x="1024128" y="585216"/>
            <a:ext cx="10328456" cy="1187600"/>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4800"/>
              <a:buFont typeface="Twentieth Century"/>
              <a:buNone/>
            </a:pPr>
            <a:r>
              <a:rPr lang="fr-FR" sz="4800"/>
              <a:t>NIDCAP:</a:t>
            </a:r>
            <a:r>
              <a:rPr lang="fr-FR" sz="2000">
                <a:solidFill>
                  <a:srgbClr val="000000"/>
                </a:solidFill>
              </a:rPr>
              <a:t>  </a:t>
            </a:r>
            <a:r>
              <a:rPr lang="fr-FR" sz="2400"/>
              <a:t>NEONATAL INDIVIDUALIZED DEVELOPMENTAL CARE AND ASSESSMENT PROGRAM </a:t>
            </a:r>
            <a:br>
              <a:rPr lang="fr-FR" sz="2400"/>
            </a:br>
            <a:endParaRPr sz="2000"/>
          </a:p>
        </p:txBody>
      </p:sp>
      <p:sp>
        <p:nvSpPr>
          <p:cNvPr id="1145" name="Google Shape;1145;p27"/>
          <p:cNvSpPr txBox="1"/>
          <p:nvPr>
            <p:ph idx="1" type="body"/>
          </p:nvPr>
        </p:nvSpPr>
        <p:spPr>
          <a:xfrm>
            <a:off x="1024128" y="2286000"/>
            <a:ext cx="9720071"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Char char=" "/>
            </a:pPr>
            <a:r>
              <a:rPr b="1" lang="fr-FR" u="sng"/>
              <a:t>Définition:</a:t>
            </a:r>
            <a:endParaRPr b="1" u="sng"/>
          </a:p>
          <a:p>
            <a:pPr indent="0" lvl="0" marL="0" rtl="0" algn="just">
              <a:lnSpc>
                <a:spcPct val="90000"/>
              </a:lnSpc>
              <a:spcBef>
                <a:spcPts val="1400"/>
              </a:spcBef>
              <a:spcAft>
                <a:spcPts val="0"/>
              </a:spcAft>
              <a:buSzPts val="2200"/>
              <a:buNone/>
            </a:pPr>
            <a:r>
              <a:rPr lang="fr-FR"/>
              <a:t>Ensemble des stratégies environnementales et comportementales destinées à favoriser le développement harmonieux du nouveau né prématuré ou à terme.</a:t>
            </a:r>
            <a:endParaRPr/>
          </a:p>
          <a:p>
            <a:pPr indent="-139700" lvl="0" marL="91440" rtl="0" algn="just">
              <a:lnSpc>
                <a:spcPct val="90000"/>
              </a:lnSpc>
              <a:spcBef>
                <a:spcPts val="1400"/>
              </a:spcBef>
              <a:spcAft>
                <a:spcPts val="0"/>
              </a:spcAft>
              <a:buSzPts val="2200"/>
              <a:buChar char=" "/>
            </a:pPr>
            <a:r>
              <a:rPr b="1" lang="fr-FR" u="sng"/>
              <a:t>Objectifs:</a:t>
            </a:r>
            <a:endParaRPr/>
          </a:p>
          <a:p>
            <a:pPr indent="-139700" lvl="0" marL="91440" rtl="0" algn="just">
              <a:lnSpc>
                <a:spcPct val="90000"/>
              </a:lnSpc>
              <a:spcBef>
                <a:spcPts val="1400"/>
              </a:spcBef>
              <a:spcAft>
                <a:spcPts val="0"/>
              </a:spcAft>
              <a:buSzPts val="2200"/>
              <a:buFont typeface="Noto Sans Symbols"/>
              <a:buChar char="❑"/>
            </a:pPr>
            <a:r>
              <a:rPr lang="fr-FR"/>
              <a:t> Diminuer le stress lié à l’environnement (USI)</a:t>
            </a:r>
            <a:endParaRPr/>
          </a:p>
          <a:p>
            <a:pPr indent="-139700" lvl="0" marL="91440" rtl="0" algn="just">
              <a:lnSpc>
                <a:spcPct val="90000"/>
              </a:lnSpc>
              <a:spcBef>
                <a:spcPts val="1400"/>
              </a:spcBef>
              <a:spcAft>
                <a:spcPts val="0"/>
              </a:spcAft>
              <a:buSzPts val="2200"/>
              <a:buFont typeface="Noto Sans Symbols"/>
              <a:buChar char="❑"/>
            </a:pPr>
            <a:r>
              <a:rPr lang="fr-FR"/>
              <a:t> Favoriser les comportements de bien être par des techniques spécifiques (enveloppement, succion etc.)</a:t>
            </a:r>
            <a:endParaRPr/>
          </a:p>
          <a:p>
            <a:pPr indent="-139700" lvl="0" marL="91440" rtl="0" algn="just">
              <a:lnSpc>
                <a:spcPct val="90000"/>
              </a:lnSpc>
              <a:spcBef>
                <a:spcPts val="1400"/>
              </a:spcBef>
              <a:spcAft>
                <a:spcPts val="0"/>
              </a:spcAft>
              <a:buSzPts val="2200"/>
              <a:buFont typeface="Noto Sans Symbols"/>
              <a:buChar char="❑"/>
            </a:pPr>
            <a:r>
              <a:rPr lang="fr-FR"/>
              <a:t> Favoriser le lien parent-enfant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2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3600"/>
              <a:buFont typeface="Twentieth Century"/>
              <a:buNone/>
            </a:pPr>
            <a:r>
              <a:rPr lang="fr-FR" sz="3600"/>
              <a:t>PRINCIPES DES SOINS DE DEVELOPPEMENT</a:t>
            </a:r>
            <a:br>
              <a:rPr lang="fr-FR" sz="3200"/>
            </a:br>
            <a:endParaRPr sz="3200"/>
          </a:p>
        </p:txBody>
      </p:sp>
      <p:sp>
        <p:nvSpPr>
          <p:cNvPr id="1151" name="Google Shape;1151;p28"/>
          <p:cNvSpPr txBox="1"/>
          <p:nvPr>
            <p:ph idx="1" type="body"/>
          </p:nvPr>
        </p:nvSpPr>
        <p:spPr>
          <a:xfrm>
            <a:off x="1024128" y="1988840"/>
            <a:ext cx="10400464" cy="432052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SzPts val="2200"/>
              <a:buNone/>
            </a:pPr>
            <a:r>
              <a:rPr lang="fr-FR"/>
              <a:t></a:t>
            </a:r>
            <a:r>
              <a:rPr lang="fr-FR">
                <a:solidFill>
                  <a:srgbClr val="FF0000"/>
                </a:solidFill>
              </a:rPr>
              <a:t>Stratégies environnementales:</a:t>
            </a:r>
            <a:endParaRPr/>
          </a:p>
          <a:p>
            <a:pPr indent="-139700" lvl="0" marL="91440" rtl="0" algn="l">
              <a:lnSpc>
                <a:spcPct val="90000"/>
              </a:lnSpc>
              <a:spcBef>
                <a:spcPts val="1400"/>
              </a:spcBef>
              <a:spcAft>
                <a:spcPts val="0"/>
              </a:spcAft>
              <a:buSzPts val="2200"/>
              <a:buChar char=" "/>
            </a:pPr>
            <a:r>
              <a:rPr lang="fr-FR"/>
              <a:t>Diminution globale du niveau lumineux(10-600 lux)</a:t>
            </a:r>
            <a:endParaRPr/>
          </a:p>
          <a:p>
            <a:pPr indent="-139700" lvl="0" marL="91440" rtl="0" algn="l">
              <a:lnSpc>
                <a:spcPct val="90000"/>
              </a:lnSpc>
              <a:spcBef>
                <a:spcPts val="1400"/>
              </a:spcBef>
              <a:spcAft>
                <a:spcPts val="0"/>
              </a:spcAft>
              <a:buSzPts val="2200"/>
              <a:buChar char=" "/>
            </a:pPr>
            <a:r>
              <a:rPr lang="fr-FR"/>
              <a:t>Diminution du bruit lié au matériel et au personnel (pics à 70dB)</a:t>
            </a:r>
            <a:endParaRPr/>
          </a:p>
          <a:p>
            <a:pPr indent="-139700" lvl="0" marL="91440" rtl="0" algn="l">
              <a:lnSpc>
                <a:spcPct val="90000"/>
              </a:lnSpc>
              <a:spcBef>
                <a:spcPts val="1400"/>
              </a:spcBef>
              <a:spcAft>
                <a:spcPts val="0"/>
              </a:spcAft>
              <a:buSzPts val="2200"/>
              <a:buChar char=" "/>
            </a:pPr>
            <a:r>
              <a:rPr lang="fr-FR"/>
              <a:t>Prévention de la douleur</a:t>
            </a:r>
            <a:endParaRPr/>
          </a:p>
          <a:p>
            <a:pPr indent="0" lvl="0" marL="0" rtl="0" algn="l">
              <a:lnSpc>
                <a:spcPct val="90000"/>
              </a:lnSpc>
              <a:spcBef>
                <a:spcPts val="1400"/>
              </a:spcBef>
              <a:spcAft>
                <a:spcPts val="0"/>
              </a:spcAft>
              <a:buSzPts val="2200"/>
              <a:buNone/>
            </a:pPr>
            <a:r>
              <a:t/>
            </a:r>
            <a:endParaRPr/>
          </a:p>
          <a:p>
            <a:pPr indent="0" lvl="0" marL="0" rtl="0" algn="l">
              <a:lnSpc>
                <a:spcPct val="90000"/>
              </a:lnSpc>
              <a:spcBef>
                <a:spcPts val="1400"/>
              </a:spcBef>
              <a:spcAft>
                <a:spcPts val="0"/>
              </a:spcAft>
              <a:buSzPts val="2200"/>
              <a:buNone/>
            </a:pPr>
            <a:r>
              <a:rPr lang="fr-FR"/>
              <a:t></a:t>
            </a:r>
            <a:r>
              <a:rPr lang="fr-FR">
                <a:solidFill>
                  <a:srgbClr val="FF0000"/>
                </a:solidFill>
              </a:rPr>
              <a:t>Stratégies comportementales</a:t>
            </a:r>
            <a:endParaRPr/>
          </a:p>
          <a:p>
            <a:pPr indent="-139700" lvl="0" marL="91440" rtl="0" algn="l">
              <a:lnSpc>
                <a:spcPct val="90000"/>
              </a:lnSpc>
              <a:spcBef>
                <a:spcPts val="1400"/>
              </a:spcBef>
              <a:spcAft>
                <a:spcPts val="0"/>
              </a:spcAft>
              <a:buSzPts val="2200"/>
              <a:buChar char=" "/>
            </a:pPr>
            <a:r>
              <a:rPr lang="fr-FR"/>
              <a:t>Posture et enveloppement (peau à peau++)</a:t>
            </a:r>
            <a:endParaRPr/>
          </a:p>
          <a:p>
            <a:pPr indent="-139700" lvl="0" marL="91440" rtl="0" algn="l">
              <a:lnSpc>
                <a:spcPct val="90000"/>
              </a:lnSpc>
              <a:spcBef>
                <a:spcPts val="1400"/>
              </a:spcBef>
              <a:spcAft>
                <a:spcPts val="0"/>
              </a:spcAft>
              <a:buSzPts val="2200"/>
              <a:buChar char=" "/>
            </a:pPr>
            <a:r>
              <a:rPr lang="fr-FR"/>
              <a:t>Succion non nutritive, saccharose</a:t>
            </a:r>
            <a:endParaRPr/>
          </a:p>
          <a:p>
            <a:pPr indent="-139700" lvl="0" marL="91440" rtl="0" algn="l">
              <a:lnSpc>
                <a:spcPct val="90000"/>
              </a:lnSpc>
              <a:spcBef>
                <a:spcPts val="1400"/>
              </a:spcBef>
              <a:spcAft>
                <a:spcPts val="0"/>
              </a:spcAft>
              <a:buSzPts val="2200"/>
              <a:buChar char=" "/>
            </a:pPr>
            <a:r>
              <a:rPr lang="fr-FR"/>
              <a:t>Stimulations sensorielles non douloureuses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pic>
        <p:nvPicPr>
          <p:cNvPr id="1156" name="Google Shape;1156;p29"/>
          <p:cNvPicPr preferRelativeResize="0"/>
          <p:nvPr>
            <p:ph idx="1" type="body"/>
          </p:nvPr>
        </p:nvPicPr>
        <p:blipFill rotWithShape="1">
          <a:blip r:embed="rId3">
            <a:alphaModFix/>
          </a:blip>
          <a:srcRect b="0" l="0" r="0" t="0"/>
          <a:stretch/>
        </p:blipFill>
        <p:spPr>
          <a:xfrm>
            <a:off x="839416" y="692696"/>
            <a:ext cx="10729192" cy="56116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pic>
        <p:nvPicPr>
          <p:cNvPr id="1161" name="Google Shape;1161;p30"/>
          <p:cNvPicPr preferRelativeResize="0"/>
          <p:nvPr>
            <p:ph idx="1" type="body"/>
          </p:nvPr>
        </p:nvPicPr>
        <p:blipFill rotWithShape="1">
          <a:blip r:embed="rId3">
            <a:alphaModFix/>
          </a:blip>
          <a:srcRect b="0" l="0" r="0" t="0"/>
          <a:stretch/>
        </p:blipFill>
        <p:spPr>
          <a:xfrm>
            <a:off x="911424" y="908720"/>
            <a:ext cx="10513168" cy="54000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2018-04-03T15:04:17Z</dcterms:created>
  <dc:creator>Ines</dc:creator>
</cp:coreProperties>
</file>